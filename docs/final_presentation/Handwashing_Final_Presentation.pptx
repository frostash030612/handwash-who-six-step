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1a6b6cd4f74dd9" /><Relationship Type="http://schemas.openxmlformats.org/officeDocument/2006/relationships/extended-properties" Target="/docProps/app.xml" Id="R44588561212245d1" /><Relationship Type="http://schemas.openxmlformats.org/officeDocument/2006/relationships/officeDocument" Target="/ppt/presentation.xml" Id="R32e22fe3efe74f0e" /></Relationships>
</file>

<file path=ppt/presentation.xml><?xml version="1.0" encoding="utf-8"?>
<p:presentation xmlns:p="http://schemas.openxmlformats.org/presentationml/2006/main">
  <p:sldMasterIdLst>
    <p:sldMasterId xmlns:r="http://schemas.openxmlformats.org/officeDocument/2006/relationships" id="2147483648" r:id="R7b33c4be2c6a4b40"/>
  </p:sldMasterIdLst>
  <p:notesMasterIdLst>
    <p:notesMasterId xmlns:r="http://schemas.openxmlformats.org/officeDocument/2006/relationships" r:id="R263e03c8b51c486b"/>
  </p:notesMasterIdLst>
  <p:sldIdLst>
    <p:sldId xmlns:r="http://schemas.openxmlformats.org/officeDocument/2006/relationships" id="256" r:id="R67bc7be484584105"/>
    <p:sldId xmlns:r="http://schemas.openxmlformats.org/officeDocument/2006/relationships" id="257" r:id="R81381cc3226d4c25"/>
    <p:sldId xmlns:r="http://schemas.openxmlformats.org/officeDocument/2006/relationships" id="258" r:id="R38c9002010eb477f"/>
    <p:sldId xmlns:r="http://schemas.openxmlformats.org/officeDocument/2006/relationships" id="259" r:id="R1bf7be1526464c03"/>
    <p:sldId xmlns:r="http://schemas.openxmlformats.org/officeDocument/2006/relationships" id="260" r:id="Re07cc3a7b3fc423c"/>
    <p:sldId xmlns:r="http://schemas.openxmlformats.org/officeDocument/2006/relationships" id="261" r:id="R78b5a36d4ce34856"/>
    <p:sldId xmlns:r="http://schemas.openxmlformats.org/officeDocument/2006/relationships" id="262" r:id="R1f25abcc1d7e4ab4"/>
    <p:sldId xmlns:r="http://schemas.openxmlformats.org/officeDocument/2006/relationships" id="263" r:id="R7a4983ec4f634de5"/>
    <p:sldId xmlns:r="http://schemas.openxmlformats.org/officeDocument/2006/relationships" id="264" r:id="R76945c872c564bb0"/>
    <p:sldId xmlns:r="http://schemas.openxmlformats.org/officeDocument/2006/relationships" id="265" r:id="R7ac6017c53cc486e"/>
    <p:sldId xmlns:r="http://schemas.openxmlformats.org/officeDocument/2006/relationships" id="266" r:id="R0b80acb0155743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39024c6310489d" /><Relationship Type="http://schemas.openxmlformats.org/officeDocument/2006/relationships/slideMaster" Target="/ppt/slideMasters/slideMaster1.xml" Id="R7b33c4be2c6a4b40" /><Relationship Type="http://schemas.openxmlformats.org/officeDocument/2006/relationships/notesMaster" Target="/ppt/notesMasters/notesMaster1.xml" Id="R263e03c8b51c486b" /><Relationship Type="http://schemas.openxmlformats.org/officeDocument/2006/relationships/presProps" Target="/ppt/presProps.xml" Id="R6c60bc6ad1eb4a39" /><Relationship Type="http://schemas.openxmlformats.org/officeDocument/2006/relationships/tableStyles" Target="/ppt/tableStyles.xml" Id="R2de180e6c60c4ffe" /><Relationship Type="http://schemas.openxmlformats.org/officeDocument/2006/relationships/slide" Target="/ppt/slides/slide1.xml" Id="R67bc7be484584105" /><Relationship Type="http://schemas.openxmlformats.org/officeDocument/2006/relationships/slide" Target="/ppt/slides/slide2.xml" Id="R81381cc3226d4c25" /><Relationship Type="http://schemas.openxmlformats.org/officeDocument/2006/relationships/slide" Target="/ppt/slides/slide3.xml" Id="R38c9002010eb477f" /><Relationship Type="http://schemas.openxmlformats.org/officeDocument/2006/relationships/slide" Target="/ppt/slides/slide4.xml" Id="R1bf7be1526464c03" /><Relationship Type="http://schemas.openxmlformats.org/officeDocument/2006/relationships/slide" Target="/ppt/slides/slide5.xml" Id="Re07cc3a7b3fc423c" /><Relationship Type="http://schemas.openxmlformats.org/officeDocument/2006/relationships/slide" Target="/ppt/slides/slide6.xml" Id="R78b5a36d4ce34856" /><Relationship Type="http://schemas.openxmlformats.org/officeDocument/2006/relationships/slide" Target="/ppt/slides/slide7.xml" Id="R1f25abcc1d7e4ab4" /><Relationship Type="http://schemas.openxmlformats.org/officeDocument/2006/relationships/slide" Target="/ppt/slides/slide8.xml" Id="R7a4983ec4f634de5" /><Relationship Type="http://schemas.openxmlformats.org/officeDocument/2006/relationships/slide" Target="/ppt/slides/slide9.xml" Id="R76945c872c564bb0" /><Relationship Type="http://schemas.openxmlformats.org/officeDocument/2006/relationships/slide" Target="/ppt/slides/slide10.xml" Id="R7ac6017c53cc486e" /><Relationship Type="http://schemas.openxmlformats.org/officeDocument/2006/relationships/slide" Target="/ppt/slides/slide11.xml" Id="R0b80acb0155743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94f571b83945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d4dd689f9848ff" /><Relationship Type="http://schemas.openxmlformats.org/officeDocument/2006/relationships/notesMaster" Target="/ppt/notesMasters/notesMaster1.xml" Id="R1be6a59e83bc48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9a4c72e94342f8" /><Relationship Type="http://schemas.openxmlformats.org/officeDocument/2006/relationships/notesMaster" Target="/ppt/notesMasters/notesMaster1.xml" Id="Ra17955a2b75a4c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c520e938ec42ec" /><Relationship Type="http://schemas.openxmlformats.org/officeDocument/2006/relationships/notesMaster" Target="/ppt/notesMasters/notesMaster1.xml" Id="Re24c8eba1d8a4b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17762c97a24035" /><Relationship Type="http://schemas.openxmlformats.org/officeDocument/2006/relationships/notesMaster" Target="/ppt/notesMasters/notesMaster1.xml" Id="Rd2b7ee6740cf44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dcc56e20d64b1a" /><Relationship Type="http://schemas.openxmlformats.org/officeDocument/2006/relationships/notesMaster" Target="/ppt/notesMasters/notesMaster1.xml" Id="Ra9ecd7d1620447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00db8d70ca4d2c" /><Relationship Type="http://schemas.openxmlformats.org/officeDocument/2006/relationships/notesMaster" Target="/ppt/notesMasters/notesMaster1.xml" Id="R0f98ba2b6b154e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5487267f2746f5" /><Relationship Type="http://schemas.openxmlformats.org/officeDocument/2006/relationships/notesMaster" Target="/ppt/notesMasters/notesMaster1.xml" Id="Rbde4b9327ac947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b40b90e6e14ef6" /><Relationship Type="http://schemas.openxmlformats.org/officeDocument/2006/relationships/notesMaster" Target="/ppt/notesMasters/notesMaster1.xml" Id="R016a2228deb84f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e313f6458c471a" /><Relationship Type="http://schemas.openxmlformats.org/officeDocument/2006/relationships/notesMaster" Target="/ppt/notesMasters/notesMaster1.xml" Id="R2cc1354f4f0f4f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2a460d074d4d0c" /><Relationship Type="http://schemas.openxmlformats.org/officeDocument/2006/relationships/notesMaster" Target="/ppt/notesMasters/notesMaster1.xml" Id="R0ce393a36c7643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91f2a54c154465" /><Relationship Type="http://schemas.openxmlformats.org/officeDocument/2006/relationships/notesMaster" Target="/ppt/notesMasters/notesMaster1.xml" Id="Rc0b94403ec3449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Camera-Based Handwashing Assessment</a:t>
            </a:r>
          </a:p>
          <a:p xmlns:a="http://schemas.openxmlformats.org/drawingml/2006/main">
            <a:r>
              <a:t>TIME 00:00-00:25</a:t>
            </a:r>
          </a:p>
          <a:p xmlns:a="http://schemas.openxmlformats.org/drawingml/2006/main">
            <a:r>
              <a:t/>
            </a:r>
          </a:p>
          <a:p xmlns:a="http://schemas.openxmlformats.org/drawingml/2006/main">
            <a:r>
              <a:t>SPOKEN SCRIPT</a:t>
            </a:r>
          </a:p>
          <a:p xmlns:a="http://schemas.openxmlformats.org/drawingml/2006/main">
            <a:r>
              <a:t>Hello, we are Group forty-three. Our project uses a local camera to assess six-step handwashing. It recognizes hand gestures, reconstructs their order, and measures recognized washing time. We will explain the model, demonstrate the application, and discuss the results and deployment trade-offs.</a:t>
            </a:r>
          </a:p>
          <a:p xmlns:a="http://schemas.openxmlformats.org/drawingml/2006/main">
            <a:r>
              <a:t/>
            </a:r>
          </a:p>
          <a:p xmlns:a="http://schemas.openxmlformats.org/drawingml/2006/main">
            <a:r>
              <a:t>PRESENTER CUE</a:t>
            </a:r>
          </a:p>
          <a:p xmlns:a="http://schemas.openxmlformats.org/drawingml/2006/main">
            <a:r>
              <a:t>Start the presentation timer. Introduce the team without reading every name.</a:t>
            </a:r>
          </a:p>
          <a:p xmlns:a="http://schemas.openxmlformats.org/drawingml/2006/main">
            <a:r>
              <a:t/>
            </a:r>
          </a:p>
          <a:p xmlns:a="http://schemas.openxmlformats.org/drawingml/2006/main">
            <a:r>
              <a:t>SOURCE</a:t>
            </a:r>
          </a:p>
          <a:p xmlns:a="http://schemas.openxmlformats.org/drawingml/2006/main">
            <a:r>
              <a:t>Final project report, Abstract and Section 1.</a:t>
            </a:r>
          </a:p>
          <a:p xmlns:a="http://schemas.openxmlformats.org/drawingml/2006/main">
            <a:r>
              <a:t>Cover illustrations reproduced from World Health Organization, How to Handwash? poster (May 2009): https://www.who.int/docs/default-source/sepsis/how-to-handwash-poster.pdf. The six drawings show WHO poster steps 2–7; numbers and captions are cropped in this cover composition.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What the system assesses</a:t>
            </a:r>
          </a:p>
          <a:p xmlns:a="http://schemas.openxmlformats.org/drawingml/2006/main">
            <a:r>
              <a:t>TIME 00:25-01:05</a:t>
            </a:r>
          </a:p>
          <a:p xmlns:a="http://schemas.openxmlformats.org/drawingml/2006/main">
            <a:r>
              <a:t/>
            </a:r>
          </a:p>
          <a:p xmlns:a="http://schemas.openxmlformats.org/drawingml/2006/main">
            <a:r>
              <a:t>SPOKEN SCRIPT</a:t>
            </a:r>
          </a:p>
          <a:p xmlns:a="http://schemas.openxmlformats.org/drawingml/2006/main">
            <a:r>
              <a:t>A correct gesture prediction is only one part of the task. A person can perform recognizable actions while skipping a step, changing the order, or stopping too early. Our application therefore evaluates the complete procedure. It recognizes six actions and a background class, builds the observed action sequence, and checks total recognized washing time. Completion requires all six steps in the standard order and at least forty seconds of recognized actions. Background time is excluded. This is an assessment of visible procedure, rather than a direct measurement of cleanliness.</a:t>
            </a:r>
          </a:p>
          <a:p xmlns:a="http://schemas.openxmlformats.org/drawingml/2006/main">
            <a:r>
              <a:t/>
            </a:r>
          </a:p>
          <a:p xmlns:a="http://schemas.openxmlformats.org/drawingml/2006/main">
            <a:r>
              <a:t>PRESENTER CUE</a:t>
            </a:r>
          </a:p>
          <a:p xmlns:a="http://schemas.openxmlformats.org/drawingml/2006/main">
            <a:r>
              <a:t>Point to the action examples, then to the order and duration requirements.</a:t>
            </a:r>
          </a:p>
          <a:p xmlns:a="http://schemas.openxmlformats.org/drawingml/2006/main">
            <a:r>
              <a:t/>
            </a:r>
          </a:p>
          <a:p xmlns:a="http://schemas.openxmlformats.org/drawingml/2006/main">
            <a:r>
              <a:t>SOURCE</a:t>
            </a:r>
          </a:p>
          <a:p xmlns:a="http://schemas.openxmlformats.org/drawingml/2006/main">
            <a:r>
              <a:t>Final project report, Sections 1, 2.2 and 6. The 40-second criterion is the application's configured recognized-action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The self-recorded dataset</a:t>
            </a:r>
          </a:p>
          <a:p xmlns:a="http://schemas.openxmlformats.org/drawingml/2006/main">
            <a:r>
              <a:t>TIME 01:05-01:55</a:t>
            </a:r>
          </a:p>
          <a:p xmlns:a="http://schemas.openxmlformats.org/drawingml/2006/main">
            <a:r>
              <a:t/>
            </a:r>
          </a:p>
          <a:p xmlns:a="http://schemas.openxmlformats.org/drawingml/2006/main">
            <a:r>
              <a:t>SPOKEN SCRIPT</a:t>
            </a:r>
          </a:p>
          <a:p xmlns:a="http://schemas.openxmlformats.org/drawingml/2006/main">
            <a:r>
              <a:t>Our target-scene dataset contains six thousand nine hundred and eighty-seven sampled frames from thirty-two recordings. Sampling at about five frames per second captures motion variation and transitions. The recordings include standard sequences, reordered or missing actions, and isolated examples of steps four and five. We split by video, so neighboring frames stay in the same partition. Fourteen videos support training, eight support validation, and ten form the reported test set. We distinguish definite action labels from uncertain transition frames. Those uncertain frames remain explicit in the annotations instead of becoming background labels by default.</a:t>
            </a:r>
          </a:p>
          <a:p xmlns:a="http://schemas.openxmlformats.org/drawingml/2006/main">
            <a:r>
              <a:t/>
            </a:r>
          </a:p>
          <a:p xmlns:a="http://schemas.openxmlformats.org/drawingml/2006/main">
            <a:r>
              <a:t>PRESENTER CUE</a:t>
            </a:r>
          </a:p>
          <a:p xmlns:a="http://schemas.openxmlformats.org/drawingml/2006/main">
            <a:r>
              <a:t>Emphasize frame annotation and the split by video. Avoid describing adjacent frames as independent samples.</a:t>
            </a:r>
          </a:p>
          <a:p xmlns:a="http://schemas.openxmlformats.org/drawingml/2006/main">
            <a:r>
              <a:t/>
            </a:r>
          </a:p>
          <a:p xmlns:a="http://schemas.openxmlformats.org/drawingml/2006/main">
            <a:r>
              <a:t>SOURCE</a:t>
            </a:r>
          </a:p>
          <a:p xmlns:a="http://schemas.openxmlformats.org/drawingml/2006/main">
            <a:r>
              <a:t>Final project report, Tables 2 and 3. dataset/README.md.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Why we model temporal boundaries</a:t>
            </a:r>
          </a:p>
          <a:p xmlns:a="http://schemas.openxmlformats.org/drawingml/2006/main">
            <a:r>
              <a:t>TIME 01:55-02:30</a:t>
            </a:r>
          </a:p>
          <a:p xmlns:a="http://schemas.openxmlformats.org/drawingml/2006/main">
            <a:r>
              <a:t/>
            </a:r>
          </a:p>
          <a:p xmlns:a="http://schemas.openxmlformats.org/drawingml/2006/main">
            <a:r>
              <a:t>SPOKEN SCRIPT</a:t>
            </a:r>
          </a:p>
          <a:p xmlns:a="http://schemas.openxmlformats.org/drawingml/2006/main">
            <a:r>
              <a:t>We first studied the public PSKUS dataset to check feasibility. On that preliminary comparison, macro F1 near transitions increased from eighty-three point three for YOLO to ninety point one with GRU, and ninety-one point zero with early boundary awareness. This supported using temporal context and transition supervision. We then trained the final systems on our self-recorded data. The final model set contains no PSKUS-trained weights. The public-data experiment explains the design choice, while our own scene supplies the final evaluation.</a:t>
            </a:r>
          </a:p>
          <a:p xmlns:a="http://schemas.openxmlformats.org/drawingml/2006/main">
            <a:r>
              <a:t/>
            </a:r>
          </a:p>
          <a:p xmlns:a="http://schemas.openxmlformats.org/drawingml/2006/main">
            <a:r>
              <a:t>PRESENTER CUE</a:t>
            </a:r>
          </a:p>
          <a:p xmlns:a="http://schemas.openxmlformats.org/drawingml/2006/main">
            <a:r>
              <a:t>The plot shows preliminary transition-region macro F1, which differs from the final output-boundary F1 metric.</a:t>
            </a:r>
          </a:p>
          <a:p xmlns:a="http://schemas.openxmlformats.org/drawingml/2006/main">
            <a:r>
              <a:t/>
            </a:r>
          </a:p>
          <a:p xmlns:a="http://schemas.openxmlformats.org/drawingml/2006/main">
            <a:r>
              <a:t>SOURCE</a:t>
            </a:r>
          </a:p>
          <a:p xmlns:a="http://schemas.openxmlformats.org/drawingml/2006/main">
            <a:r>
              <a:t>Final project report, Section 2.1 and Table 1. PSKUS study: 615 videos, 5,599 valid centers, 1,068 transition-region centers.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YOLO + Adaptive Boundary-Aware GRU</a:t>
            </a:r>
          </a:p>
          <a:p xmlns:a="http://schemas.openxmlformats.org/drawingml/2006/main">
            <a:r>
              <a:t>TIME 02:30-03:30</a:t>
            </a:r>
          </a:p>
          <a:p xmlns:a="http://schemas.openxmlformats.org/drawingml/2006/main">
            <a:r>
              <a:t/>
            </a:r>
          </a:p>
          <a:p xmlns:a="http://schemas.openxmlformats.org/drawingml/2006/main">
            <a:r>
              <a:t>SPOKEN SCRIPT</a:t>
            </a:r>
          </a:p>
          <a:p xmlns:a="http://schemas.openxmlformats.org/drawingml/2006/main">
            <a:r>
              <a:t>Here is the complete architecture. YOLO extracts visual features from each sampled frame. A unidirectional GRU carries information forward through the sequence. Two heads share this temporal representation. The classification head estimates the current action, while the boundary head estimates where an action changes. Boundary-guided decoding produces candidate segments, and adaptive confirmation decides which segments belong in the final chain. This separates frame recognition from confirmation of an action instance. The recurrent state also supports incremental processing during a camera session. We compare this complete method with standalone YOLO, ordinary YOLO plus GRU, and VideoMAE. Each baseline answers a different question about visual recognition, temporal context, or video-window modeling.</a:t>
            </a:r>
          </a:p>
          <a:p xmlns:a="http://schemas.openxmlformats.org/drawingml/2006/main">
            <a:r>
              <a:t/>
            </a:r>
          </a:p>
          <a:p xmlns:a="http://schemas.openxmlformats.org/drawingml/2006/main">
            <a:r>
              <a:t>PRESENTER CUE</a:t>
            </a:r>
          </a:p>
          <a:p xmlns:a="http://schemas.openxmlformats.org/drawingml/2006/main">
            <a:r>
              <a:t>Trace the diagram from the frame thumbnail through the two heads to the final chain. Explain the flow without reading layer dimensions.</a:t>
            </a:r>
          </a:p>
          <a:p xmlns:a="http://schemas.openxmlformats.org/drawingml/2006/main">
            <a:r>
              <a:t/>
            </a:r>
          </a:p>
          <a:p xmlns:a="http://schemas.openxmlformats.org/drawingml/2006/main">
            <a:r>
              <a:t>SOURCE</a:t>
            </a:r>
          </a:p>
          <a:p xmlns:a="http://schemas.openxmlformats.org/drawingml/2006/main">
            <a:r>
              <a:t>Final project report, Section 3 and Figure 1. docs/MODEL_CARD.md.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Adaptive action confirmation</a:t>
            </a:r>
          </a:p>
          <a:p xmlns:a="http://schemas.openxmlformats.org/drawingml/2006/main">
            <a:r>
              <a:t>TIME 03:30-04:20</a:t>
            </a:r>
          </a:p>
          <a:p xmlns:a="http://schemas.openxmlformats.org/drawingml/2006/main">
            <a:r>
              <a:t/>
            </a:r>
          </a:p>
          <a:p xmlns:a="http://schemas.openxmlformats.org/drawingml/2006/main">
            <a:r>
              <a:t>SPOKEN SCRIPT</a:t>
            </a:r>
          </a:p>
          <a:p xmlns:a="http://schemas.openxmlformats.org/drawingml/2006/main">
            <a:r>
              <a:t>Brief prediction changes can create extra actions even when most frames are correct. We smooth labels over about one second, then group adjacent labels into segments. Adaptive confirmation compares each segment's duration and confidence with the recording's own statistics. An unusually short and uncertain segment can remain unconfirmed. This replaces the fixed three-second rule. With fewer than four comparable segments, duration rejection is skipped. The example removes an extra step four while preserving the observed order. We will now play a five-minute recording of the application in use.</a:t>
            </a:r>
          </a:p>
          <a:p xmlns:a="http://schemas.openxmlformats.org/drawingml/2006/main">
            <a:r>
              <a:t/>
            </a:r>
          </a:p>
          <a:p xmlns:a="http://schemas.openxmlformats.org/drawingml/2006/main">
            <a:r>
              <a:t>PRESENTER CUE</a:t>
            </a:r>
          </a:p>
          <a:p xmlns:a="http://schemas.openxmlformats.org/drawingml/2006/main">
            <a:r>
              <a:t>Finish the introduction before 04:20, then start the prepared demonstration video.</a:t>
            </a:r>
          </a:p>
          <a:p xmlns:a="http://schemas.openxmlformats.org/drawingml/2006/main">
            <a:r>
              <a:t/>
            </a:r>
          </a:p>
          <a:p xmlns:a="http://schemas.openxmlformats.org/drawingml/2006/main">
            <a:r>
              <a:t>SOURCE</a:t>
            </a:r>
          </a:p>
          <a:p xmlns:a="http://schemas.openxmlformats.org/drawingml/2006/main">
            <a:r>
              <a:t>Final project report, Section 3.3 and Algorithm 1. Original Video 8: common-center raw chain 1245346, dense-stream final chain 124536. This is a pipeline comparison, not an isolated ablation.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Recorded system demonstration</a:t>
            </a:r>
          </a:p>
          <a:p xmlns:a="http://schemas.openxmlformats.org/drawingml/2006/main">
            <a:r>
              <a:t>TIME 04:20-09:20</a:t>
            </a:r>
          </a:p>
          <a:p xmlns:a="http://schemas.openxmlformats.org/drawingml/2006/main">
            <a:r>
              <a:t/>
            </a:r>
          </a:p>
          <a:p xmlns:a="http://schemas.openxmlformats.org/drawingml/2006/main">
            <a:r>
              <a:t>PRESENTER CUE</a:t>
            </a:r>
          </a:p>
          <a:p xmlns:a="http://schemas.openxmlformats.org/drawingml/2006/main">
            <a:r>
              <a:t>Play the prepared demonstration video from 04:20 to 09:20. No additional live commentary is scripted. When playback ends, return to slide 8.</a:t>
            </a:r>
          </a:p>
          <a:p xmlns:a="http://schemas.openxmlformats.org/drawingml/2006/main">
            <a:r>
              <a:t/>
            </a:r>
          </a:p>
          <a:p xmlns:a="http://schemas.openxmlformats.org/drawingml/2006/main">
            <a:r>
              <a:t>SOURCE</a:t>
            </a:r>
          </a:p>
          <a:p xmlns:a="http://schemas.openxmlformats.org/drawingml/2006/main">
            <a:r>
              <a:t>Final project report, Section 6. src/handwash/self_scene_camera.py and src/handwash/self_scene_assessment.py.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Recognition and boundary results</a:t>
            </a:r>
          </a:p>
          <a:p xmlns:a="http://schemas.openxmlformats.org/drawingml/2006/main">
            <a:r>
              <a:t>TIME 09:20-10:25</a:t>
            </a:r>
          </a:p>
          <a:p xmlns:a="http://schemas.openxmlformats.org/drawingml/2006/main">
            <a:r>
              <a:t/>
            </a:r>
          </a:p>
          <a:p xmlns:a="http://schemas.openxmlformats.org/drawingml/2006/main">
            <a:r>
              <a:t>SPOKEN SCRIPT</a:t>
            </a:r>
          </a:p>
          <a:p xmlns:a="http://schemas.openxmlformats.org/drawingml/2006/main">
            <a:r>
              <a:t>That was our system demonstration. We now turn to the quantitative results. The quantitative comparison uses six hundred and thirty-two aligned valid time centers from ten videos. Accuracy and macro F1 use the same reference labels for every model. Boundary F1 measures predicted changes using one-to-one matching with transition tolerance. Our method reaches ninety-six point five two percent accuracy, ninety-three point seven one macro F1, and ninety-four point four boundary F1. Relative to ordinary GRU, the largest improvement is boundary F1, which rises by six point eight one percentage points. VideoMAE achieves the highest values on all three measures. We report that clearly. These are complete-system results under their actual resolutions and training protocols, so they do not establish a controlled architecture-only advantage.</a:t>
            </a:r>
          </a:p>
          <a:p xmlns:a="http://schemas.openxmlformats.org/drawingml/2006/main">
            <a:r>
              <a:t/>
            </a:r>
          </a:p>
          <a:p xmlns:a="http://schemas.openxmlformats.org/drawingml/2006/main">
            <a:r>
              <a:t>PRESENTER CUE</a:t>
            </a:r>
          </a:p>
          <a:p xmlns:a="http://schemas.openxmlformats.org/drawingml/2006/main">
            <a:r>
              <a:t>Read the proposed row and the boundary improvement. Do not read every table cell.</a:t>
            </a:r>
          </a:p>
          <a:p xmlns:a="http://schemas.openxmlformats.org/drawingml/2006/main">
            <a:r>
              <a:t/>
            </a:r>
          </a:p>
          <a:p xmlns:a="http://schemas.openxmlformats.org/drawingml/2006/main">
            <a:r>
              <a:t>SOURCE</a:t>
            </a:r>
          </a:p>
          <a:p xmlns:a="http://schemas.openxmlformats.org/drawingml/2006/main">
            <a:r>
              <a:t>evaluation/metrics.csv and final project report, Table 4. Boundary tolerance: annotation transition interval plus 0.4 seconds. Final temporal heads refit on 22 development videos after selection on the 14/8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Complete action chains</a:t>
            </a:r>
          </a:p>
          <a:p xmlns:a="http://schemas.openxmlformats.org/drawingml/2006/main">
            <a:r>
              <a:t>TIME 10:25-11:10</a:t>
            </a:r>
          </a:p>
          <a:p xmlns:a="http://schemas.openxmlformats.org/drawingml/2006/main">
            <a:r>
              <a:t/>
            </a:r>
          </a:p>
          <a:p xmlns:a="http://schemas.openxmlformats.org/drawingml/2006/main">
            <a:r>
              <a:t>SPOKEN SCRIPT</a:t>
            </a:r>
          </a:p>
          <a:p xmlns:a="http://schemas.openxmlformats.org/drawingml/2006/main">
            <a:r>
              <a:t>Frame scores do not fully describe sequence quality. YOLO matches only two of the ten complete reference chains, ordinary GRU matches six, and both our final pipeline and VideoMAE match all ten. The examples show that a correct prediction can describe an incorrect procedure. Our model preserves a missing step and a reordered sequence instead of repairing them into the standard order. Only our pipeline uses adaptive confirmation on the dense five-frame-per-second stream. These results therefore compare complete methods, including their decoding, rather than an isolated change to the neural network.</a:t>
            </a:r>
          </a:p>
          <a:p xmlns:a="http://schemas.openxmlformats.org/drawingml/2006/main">
            <a:r>
              <a:t/>
            </a:r>
          </a:p>
          <a:p xmlns:a="http://schemas.openxmlformats.org/drawingml/2006/main">
            <a:r>
              <a:t>PRESENTER CUE</a:t>
            </a:r>
          </a:p>
          <a:p xmlns:a="http://schemas.openxmlformats.org/drawingml/2006/main">
            <a:r>
              <a:t>Point to the four bars, then distinguish prediction correctness from procedure correctness.</a:t>
            </a:r>
          </a:p>
          <a:p xmlns:a="http://schemas.openxmlformats.org/drawingml/2006/main">
            <a:r>
              <a:t/>
            </a:r>
          </a:p>
          <a:p xmlns:a="http://schemas.openxmlformats.org/drawingml/2006/main">
            <a:r>
              <a:t>SOURCE</a:t>
            </a:r>
          </a:p>
          <a:p xmlns:a="http://schemas.openxmlformats.org/drawingml/2006/main">
            <a:r>
              <a:t>evaluation/action_chains.csv and final project report, Tables 4 and 5. Proposed examples: test_error_12356 and test_error_645321.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The local deployment choice</a:t>
            </a:r>
          </a:p>
          <a:p xmlns:a="http://schemas.openxmlformats.org/drawingml/2006/main">
            <a:r>
              <a:t>TIME 11:10-11:55</a:t>
            </a:r>
          </a:p>
          <a:p xmlns:a="http://schemas.openxmlformats.org/drawingml/2006/main">
            <a:r>
              <a:t/>
            </a:r>
          </a:p>
          <a:p xmlns:a="http://schemas.openxmlformats.org/drawingml/2006/main">
            <a:r>
              <a:t>SPOKEN SCRIPT</a:t>
            </a:r>
          </a:p>
          <a:p xmlns:a="http://schemas.openxmlformats.org/drawingml/2006/main">
            <a:r>
              <a:t>We retain our model for the local camera application because deployment also depends on size and temporal input requirements. It has about ten point six four million parameters, compared with eighty-six point two three million for VideoMAE. Its recurrent path consumes a frame and an existing state. VideoMAE uses a sixteen-frame window, requiring about three seconds of initial context at our sampling rate. Centered predictions also use future frames. VideoMAE can run locally and stream delayed predictions, but its workflow differs from immediate incremental feedback. The parameter comparison supports our choice without claiming a measured speed or energy advantage.</a:t>
            </a:r>
          </a:p>
          <a:p xmlns:a="http://schemas.openxmlformats.org/drawingml/2006/main">
            <a:r>
              <a:t/>
            </a:r>
          </a:p>
          <a:p xmlns:a="http://schemas.openxmlformats.org/drawingml/2006/main">
            <a:r>
              <a:t>PRESENTER CUE</a:t>
            </a:r>
          </a:p>
          <a:p xmlns:a="http://schemas.openxmlformats.org/drawingml/2006/main">
            <a:r>
              <a:t>Present VideoMAE as the accuracy reference. Do not claim it is impossible to deploy or that parameter ratio equals speed ratio.</a:t>
            </a:r>
          </a:p>
          <a:p xmlns:a="http://schemas.openxmlformats.org/drawingml/2006/main">
            <a:r>
              <a:t/>
            </a:r>
          </a:p>
          <a:p xmlns:a="http://schemas.openxmlformats.org/drawingml/2006/main">
            <a:r>
              <a:t>SOURCE</a:t>
            </a:r>
          </a:p>
          <a:p xmlns:a="http://schemas.openxmlformats.org/drawingml/2006/main">
            <a:r>
              <a:t>provenance/deployment/architecture_timing.json and final project report, Table 6. Exact parameters: 10,642,639 and 86,232,583. Initial VideoMAE window approximately 3 seconds, centered future context approximately 1.4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Conclusions and next evaluation</a:t>
            </a:r>
          </a:p>
          <a:p xmlns:a="http://schemas.openxmlformats.org/drawingml/2006/main">
            <a:r>
              <a:t>TIME 11:55-13:00</a:t>
            </a:r>
          </a:p>
          <a:p xmlns:a="http://schemas.openxmlformats.org/drawingml/2006/main">
            <a:r>
              <a:t/>
            </a:r>
          </a:p>
          <a:p xmlns:a="http://schemas.openxmlformats.org/drawingml/2006/main">
            <a:r>
              <a:t>SPOKEN SCRIPT</a:t>
            </a:r>
          </a:p>
          <a:p xmlns:a="http://schemas.openxmlformats.org/drawingml/2006/main">
            <a:r>
              <a:t>The project delivers a working camera application, annotated data, four comparison models, and reproducible evaluation records. Our selected pipeline combines visual recognition with learned boundaries and adaptive action confirmation. It achieves all ten reference chains in the reviewed evaluation and supports local feedback on both order and recognized duration. The scope of that evidence matters. We have inspected these recordings repeatedly, including correcting labels after reviewing predictions. The results therefore describe internal validation in the recorded scene. The next evaluation should freeze labels and settings, then use new people, camera positions, and lighting. It should also measure sustained throughput on the same hardware. Our contribution is a complete, inspectable assessment system with a clear deployment rationale. Thank you.</a:t>
            </a:r>
          </a:p>
          <a:p xmlns:a="http://schemas.openxmlformats.org/drawingml/2006/main">
            <a:r>
              <a:t/>
            </a:r>
          </a:p>
          <a:p xmlns:a="http://schemas.openxmlformats.org/drawingml/2006/main">
            <a:r>
              <a:t>PRESENTER CUE</a:t>
            </a:r>
          </a:p>
          <a:p xmlns:a="http://schemas.openxmlformats.org/drawingml/2006/main">
            <a:r>
              <a:t>Finish at 13:00. Keep the final slide visible as the recording ends.</a:t>
            </a:r>
          </a:p>
          <a:p xmlns:a="http://schemas.openxmlformats.org/drawingml/2006/main">
            <a:r>
              <a:t/>
            </a:r>
          </a:p>
          <a:p xmlns:a="http://schemas.openxmlformats.org/drawingml/2006/main">
            <a:r>
              <a:t>SOURCE</a:t>
            </a:r>
          </a:p>
          <a:p xmlns:a="http://schemas.openxmlformats.org/drawingml/2006/main">
            <a:r>
              <a:t>Final project report, Section 7. docs/FINAL_RELEASE.md and provenance/README.md.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3d304420dd46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ac3d4a94624e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72cad0d09c143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9ec4d41e3b84c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a8a00791754e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29b0697387643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85D7D5-CE96-4DCC-8EC3-E18084E7EC8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36EE3F-AD25-4A55-8C9F-4FBDAD693DB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69F117-145D-4657-BB6D-46A09B013CD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65B981-9034-4088-9964-99F31E28FA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EF7547-9D36-47CD-ABB2-D96CDCD0D24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F4020D-4899-40D5-BC57-E07E44D509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C46D86-ECA8-4135-BAA3-2263DB2AAA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3A2E0D2-FFE1-4058-B9C6-4A3AAFB21A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091DF9-9482-4CED-8675-D214D91071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7CC79A-96F9-47C1-BEB8-74C714569E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17a2f7ed4c4dd1" /><Relationship Type="http://schemas.openxmlformats.org/officeDocument/2006/relationships/slideLayout" Target="/ppt/slideLayouts/slideLayout1.xml" Id="Rdcb4872f692443d3" /><Relationship Type="http://schemas.openxmlformats.org/officeDocument/2006/relationships/slideLayout" Target="/ppt/slideLayouts/slideLayout2.xml" Id="Rf61f72b9bc5b4fa6" /><Relationship Type="http://schemas.openxmlformats.org/officeDocument/2006/relationships/slideLayout" Target="/ppt/slideLayouts/slideLayout3.xml" Id="R2837975946cf483f" /><Relationship Type="http://schemas.openxmlformats.org/officeDocument/2006/relationships/slideLayout" Target="/ppt/slideLayouts/slideLayout4.xml" Id="R15f4798da55e48b4" /><Relationship Type="http://schemas.openxmlformats.org/officeDocument/2006/relationships/slideLayout" Target="/ppt/slideLayouts/slideLayout5.xml" Id="R63aa0994e266424e" /><Relationship Type="http://schemas.openxmlformats.org/officeDocument/2006/relationships/slideLayout" Target="/ppt/slideLayouts/slideLayout6.xml" Id="Rbae9fdee84d645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b4872f692443d3"/>
    <p:sldLayoutId xmlns:r="http://schemas.openxmlformats.org/officeDocument/2006/relationships" id="2147483650" r:id="Rf61f72b9bc5b4fa6"/>
    <p:sldLayoutId xmlns:r="http://schemas.openxmlformats.org/officeDocument/2006/relationships" id="2147483651" r:id="R2837975946cf483f"/>
    <p:sldLayoutId xmlns:r="http://schemas.openxmlformats.org/officeDocument/2006/relationships" id="2147483652" r:id="R15f4798da55e48b4"/>
    <p:sldLayoutId xmlns:r="http://schemas.openxmlformats.org/officeDocument/2006/relationships" id="2147483653" r:id="R63aa0994e266424e"/>
    <p:sldLayoutId xmlns:r="http://schemas.openxmlformats.org/officeDocument/2006/relationships" id="2147483654" r:id="Rbae9fdee84d645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435483fb3724eb1" /><Relationship Type="http://schemas.openxmlformats.org/officeDocument/2006/relationships/image" Target="/ppt/media/image.png" Id="R15291cce84d04870" /><Relationship Type="http://schemas.openxmlformats.org/officeDocument/2006/relationships/image" Target="/ppt/media/image2.png" Id="R0de6f21a77ae40f6" /><Relationship Type="http://schemas.openxmlformats.org/officeDocument/2006/relationships/image" Target="/ppt/media/image3.png" Id="Rb0d02d16c03248fb" /><Relationship Type="http://schemas.openxmlformats.org/officeDocument/2006/relationships/image" Target="/ppt/media/image4.png" Id="R73bb7564480f471d" /><Relationship Type="http://schemas.openxmlformats.org/officeDocument/2006/relationships/image" Target="/ppt/media/image5.png" Id="Ra1603d53fc6c415d" /><Relationship Type="http://schemas.openxmlformats.org/officeDocument/2006/relationships/image" Target="/ppt/media/image6.png" Id="R04226c650c6c449c" /><Relationship Type="http://schemas.openxmlformats.org/officeDocument/2006/relationships/notesSlide" Target="/ppt/notesSlides/notesSlide1.xml" Id="R1d4dcd468aee4c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8d7528b90dc47c8" /><Relationship Type="http://schemas.openxmlformats.org/officeDocument/2006/relationships/image" Target="/ppt/media/image7.png" Id="Rdb7ac6610e5f4f7f" /><Relationship Type="http://schemas.openxmlformats.org/officeDocument/2006/relationships/notesSlide" Target="/ppt/notesSlides/notesSlide2.xml" Id="R93f97fa810b741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59f4f7cb474c79" /><Relationship Type="http://schemas.openxmlformats.org/officeDocument/2006/relationships/notesSlide" Target="/ppt/notesSlides/notesSlide3.xml" Id="Rc89abdf608df48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77675f3c4d14540" /><Relationship Type="http://schemas.openxmlformats.org/officeDocument/2006/relationships/chart" Target="/ppt/slides/charts/chart1.xml" Id="R6d609be5a7f84999" /><Relationship Type="http://schemas.openxmlformats.org/officeDocument/2006/relationships/notesSlide" Target="/ppt/notesSlides/notesSlide4.xml" Id="R55383827221e40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089d8349cc54db8" /><Relationship Type="http://schemas.openxmlformats.org/officeDocument/2006/relationships/image" Target="/ppt/media/image8.png" Id="R1cc059c7cc79423f" /><Relationship Type="http://schemas.openxmlformats.org/officeDocument/2006/relationships/notesSlide" Target="/ppt/notesSlides/notesSlide5.xml" Id="R19e0d9fdf6cc4c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2ce31ccb314699" /><Relationship Type="http://schemas.openxmlformats.org/officeDocument/2006/relationships/notesSlide" Target="/ppt/notesSlides/notesSlide6.xml" Id="Raf6bb64c059a45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1eabf6c40d84421" /><Relationship Type="http://schemas.openxmlformats.org/officeDocument/2006/relationships/image" Target="/ppt/media/image9.png" Id="Rf975fae4229e420c" /><Relationship Type="http://schemas.openxmlformats.org/officeDocument/2006/relationships/notesSlide" Target="/ppt/notesSlides/notesSlide7.xml" Id="Rdb6babbcb8cd45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91831b3f3c4812" /><Relationship Type="http://schemas.openxmlformats.org/officeDocument/2006/relationships/notesSlide" Target="/ppt/notesSlides/notesSlide8.xml" Id="Rc8015010bb7b42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23fe50c5bc24189" /><Relationship Type="http://schemas.openxmlformats.org/officeDocument/2006/relationships/chart" Target="/ppt/slides/charts/chart2.xml" Id="Rb6428ae19a5947cf" /><Relationship Type="http://schemas.openxmlformats.org/officeDocument/2006/relationships/notesSlide" Target="/ppt/notesSlides/notesSlide9.xml" Id="R7dffa165ef284b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e39638026ba48a8" /><Relationship Type="http://schemas.openxmlformats.org/officeDocument/2006/relationships/chart" Target="/ppt/slides/charts/chart3.xml" Id="R648647e9223b49a5" /><Relationship Type="http://schemas.openxmlformats.org/officeDocument/2006/relationships/notesSlide" Target="/ppt/notesSlides/notesSlide10.xml" Id="R67a0b16a849f45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a700e353bdf4565" /><Relationship Type="http://schemas.openxmlformats.org/officeDocument/2006/relationships/notesSlide" Target="/ppt/notesSlides/notesSlide11.xml" Id="R449e8ebdc35c4f1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Transition-region macro F1</c:v>
          </c:tx>
          <c:spPr>
            <a:solidFill xmlns:a="http://schemas.openxmlformats.org/drawingml/2006/main">
              <a:srgbClr val="22785F"/>
            </a:solidFill>
          </c:spPr>
          <c:invertIfNegative val="0"/>
          <c:dPt>
            <c:idx val="0"/>
            <c:invertIfNegative val="0"/>
            <c:spPr>
              <a:solidFill xmlns:a="http://schemas.openxmlformats.org/drawingml/2006/main">
                <a:srgbClr val="94B6A2"/>
              </a:solidFill>
            </c:spPr>
          </c:dPt>
          <c:dPt>
            <c:idx val="1"/>
            <c:invertIfNegative val="0"/>
            <c:spPr>
              <a:solidFill xmlns:a="http://schemas.openxmlformats.org/drawingml/2006/main">
                <a:srgbClr val="4E917D"/>
              </a:solidFill>
            </c:spPr>
          </c:dPt>
          <c:dPt>
            <c:idx val="2"/>
            <c:invertIfNegative val="0"/>
            <c:spPr>
              <a:solidFill xmlns:a="http://schemas.openxmlformats.org/drawingml/2006/main">
                <a:srgbClr val="22785F"/>
              </a:solidFill>
            </c:spPr>
          </c:dPt>
          <c:cat>
            <c:strRef>
              <c:f>'Chart Data'!$A$2:$A$4</c:f>
              <c:strCache>
                <c:ptCount val="3"/>
                <c:pt idx="0">
                  <c:v>YOLO</c:v>
                </c:pt>
                <c:pt idx="1">
                  <c:v>YOLO + GRU</c:v>
                </c:pt>
                <c:pt idx="2">
                  <c:v>Early boundary GRU</c:v>
                </c:pt>
              </c:strCache>
            </c:strRef>
          </c:cat>
          <c:val>
            <c:numRef>
              <c:f>'Chart Data'!$B$2:$B$4</c:f>
              <c:numCache>
                <c:formatCode>0</c:formatCode>
                <c:ptCount val="3"/>
                <c:pt idx="0">
                  <c:v>83.27</c:v>
                </c:pt>
                <c:pt idx="1">
                  <c:v>90.06</c:v>
                </c:pt>
                <c:pt idx="2">
                  <c:v>91.01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D3B33"/>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63796E"/>
            </a:solidFill>
          </a:ln>
        </c:spPr>
        <c:txPr>
          <a:bodyPr xmlns:a="http://schemas.openxmlformats.org/drawingml/2006/main" anchorCtr="1"/>
          <a:lstStyle xmlns:a="http://schemas.openxmlformats.org/drawingml/2006/main"/>
          <a:p xmlns:a="http://schemas.openxmlformats.org/drawingml/2006/main">
            <a:pPr>
              <a:defRPr sz="1725">
                <a:solidFill>
                  <a:srgbClr val="1D3B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5DED4"/>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3796E"/>
                </a:solidFill>
                <a:latin typeface="Arial"/>
                <a:ea typeface="Arial"/>
                <a:cs typeface="Arial"/>
              </a:defRPr>
            </a:pPr>
          </a:p>
        </c:txPr>
        <c:crossAx val="48650112"/>
        <c:crossBetween val="between"/>
        <c:majorUnit val="20"/>
      </c:valAx>
      <c:spPr>
        <a:noFill xmlns:a="http://schemas.openxmlformats.org/drawingml/2006/mai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a="http://schemas.openxmlformats.org/drawingml/2006/main" xmlns:c="http://schemas.openxmlformats.org/drawingml/2006/chart" xmlns:ns2="http://schemas.openxmlformats.org/officeDocument/2006/relationships">
  <c:lang val="en-US"/>
  <c:chart>
    <c:plotArea>
      <c:barChart>
        <c:barDir val="col"/>
        <c:grouping val="clustered"/>
        <c:varyColors val="0"/>
        <c:ser>
          <c:idx val="0"/>
          <c:order val="0"/>
          <c:tx>
            <c:v>Matched videos</c:v>
          </c:tx>
          <c:spPr>
            <a:solidFill>
              <a:srgbClr val="22785F"/>
            </a:solidFill>
          </c:spPr>
          <c:invertIfNegative val="0"/>
          <c:dPt>
            <c:idx val="0"/>
            <c:invertIfNegative val="0"/>
            <c:spPr>
              <a:solidFill>
                <a:srgbClr val="94B6A2"/>
              </a:solidFill>
            </c:spPr>
          </c:dPt>
          <c:dPt>
            <c:idx val="1"/>
            <c:invertIfNegative val="0"/>
            <c:spPr>
              <a:solidFill>
                <a:srgbClr val="5E9B87"/>
              </a:solidFill>
            </c:spPr>
          </c:dPt>
          <c:dPt>
            <c:idx val="2"/>
            <c:invertIfNegative val="0"/>
            <c:spPr>
              <a:solidFill>
                <a:srgbClr val="22785F"/>
              </a:solidFill>
            </c:spPr>
          </c:dPt>
          <c:dPt>
            <c:idx val="3"/>
            <c:invertIfNegative val="0"/>
            <c:spPr>
              <a:solidFill>
                <a:srgbClr val="8C80A8"/>
              </a:solidFill>
            </c:spPr>
          </c:dPt>
          <c:cat>
            <c:strRef>
              <c:f>'Chart Data'!$A$2:$A$5</c:f>
              <c:strCache>
                <c:ptCount val="4"/>
                <c:pt idx="0">
                  <c:v>YOLO</c:v>
                </c:pt>
                <c:pt idx="1">
                  <c:v>YOLO + GRU</c:v>
                </c:pt>
                <c:pt idx="2">
                  <c:v>Proposed</c:v>
                </c:pt>
                <c:pt idx="3">
                  <c:v>VideoMAE</c:v>
                </c:pt>
              </c:strCache>
            </c:strRef>
          </c:cat>
          <c:val>
            <c:numRef>
              <c:f>'Chart Data'!$B$2:$B$5</c:f>
              <c:numCache>
                <c:formatCode>0</c:formatCode>
                <c:ptCount val="4"/>
                <c:pt idx="0">
                  <c:v>2</c:v>
                </c:pt>
                <c:pt idx="1">
                  <c:v>6</c:v>
                </c:pt>
                <c:pt idx="2">
                  <c:v>10</c:v>
                </c:pt>
                <c:pt idx="3">
                  <c:v>10</c:v>
                </c:pt>
              </c:numCache>
            </c:numRef>
          </c:val>
        </c:ser>
        <c:dLbls>
          <c:numFmt formatCode="0" sourceLinked="0"/>
          <c:txPr>
            <a:bodyPr anchorCtr="1"/>
            <a:lstStyle/>
            <a:p>
              <a:pPr>
                <a:defRPr sz="1950" b="1">
                  <a:solidFill>
                    <a:srgbClr val="1D3B33"/>
                  </a:solidFill>
                  <a:latin typeface="Arial"/>
                  <a:ea typeface="Arial"/>
                  <a:cs typeface="Arial"/>
                </a:defRPr>
              </a:pPr>
            </a:p>
          </c:txPr>
          <c:dLblPos val="outEnd"/>
          <c:showLegendKey val="0"/>
          <c:showVal val="0"/>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w="9525">
            <a:solidFill>
              <a:srgbClr val="63796E"/>
            </a:solidFill>
          </a:ln>
        </c:spPr>
        <c:txPr>
          <a:bodyPr anchorCtr="1"/>
          <a:lstStyle/>
          <a:p>
            <a:pPr>
              <a:defRPr sz="1575">
                <a:solidFill>
                  <a:srgbClr val="1D3B33"/>
                </a:solidFill>
                <a:latin typeface="Arial"/>
                <a:ea typeface="Arial"/>
                <a:cs typeface="Arial"/>
              </a:defRPr>
            </a:pPr>
          </a:p>
        </c:txPr>
        <c:crossAx val="48672768"/>
      </c:catAx>
      <c:valAx>
        <c:axId val="48672768"/>
        <c:scaling>
          <c:orientation val="minMax"/>
          <c:max val="10"/>
          <c:min val="0"/>
        </c:scaling>
        <c:delete val="0"/>
        <c:axPos val="l"/>
        <c:majorGridlines>
          <c:spPr>
            <a:ln w="9525">
              <a:solidFill>
                <a:srgbClr val="D5DED4"/>
              </a:solidFill>
            </a:ln>
          </c:spPr>
        </c:majorGridlines>
        <c:numFmt formatCode="0"/>
        <c:majorTickMark val="none"/>
        <c:minorTickMark val="none"/>
        <c:spPr>
          <a:ln w="0">
            <a:noFill/>
          </a:ln>
        </c:spPr>
        <c:txPr>
          <a:bodyPr anchorCtr="1"/>
          <a:lstStyle/>
          <a:p>
            <a:pPr>
              <a:defRPr sz="1500">
                <a:solidFill>
                  <a:srgbClr val="63796E"/>
                </a:solidFill>
                <a:latin typeface="Arial"/>
                <a:ea typeface="Arial"/>
                <a:cs typeface="Arial"/>
              </a:defRPr>
            </a:pPr>
          </a:p>
        </c:txPr>
        <c:crossAx val="48650112"/>
        <c:crossBetween val="between"/>
        <c:majorUnit val="2"/>
      </c:valAx>
      <c:spPr>
        <a:noFill/>
      </c:spPr>
    </c:plotArea>
    <c:plotVisOnly val="1"/>
  </c:chart>
  <c:spPr>
    <a:noFill/>
    <a:ln w="0">
      <a:noFill/>
    </a:ln>
  </c:spPr>
  <c:externalData ns2: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Parameters (millions)</c:v>
          </c:tx>
          <c:spPr>
            <a:solidFill xmlns:a="http://schemas.openxmlformats.org/drawingml/2006/main">
              <a:srgbClr val="22785F"/>
            </a:solidFill>
          </c:spPr>
          <c:invertIfNegative val="0"/>
          <c:dPt>
            <c:idx val="0"/>
            <c:invertIfNegative val="0"/>
            <c:spPr>
              <a:solidFill xmlns:a="http://schemas.openxmlformats.org/drawingml/2006/main">
                <a:srgbClr val="22785F"/>
              </a:solidFill>
            </c:spPr>
          </c:dPt>
          <c:dPt>
            <c:idx val="1"/>
            <c:invertIfNegative val="0"/>
            <c:spPr>
              <a:solidFill xmlns:a="http://schemas.openxmlformats.org/drawingml/2006/main">
                <a:srgbClr val="8C80A8"/>
              </a:solidFill>
            </c:spPr>
          </c:dPt>
          <c:cat>
            <c:strRef>
              <c:f>'Chart Data'!$A$2:$A$3</c:f>
              <c:strCache>
                <c:ptCount val="2"/>
                <c:pt idx="0">
                  <c:v>Proposed</c:v>
                </c:pt>
                <c:pt idx="1">
                  <c:v>VideoMAE Base</c:v>
                </c:pt>
              </c:strCache>
            </c:strRef>
          </c:cat>
          <c:val>
            <c:numRef>
              <c:f>'Chart Data'!$B$2:$B$3</c:f>
              <c:numCache>
                <c:formatCode>0</c:formatCode>
                <c:ptCount val="2"/>
                <c:pt idx="0">
                  <c:v>10.64</c:v>
                </c:pt>
                <c:pt idx="1">
                  <c:v>86.23</c:v>
                </c:pt>
              </c:numCache>
            </c:numRef>
          </c:val>
        </c:ser>
        <c:dLbls>
          <c:numFmt formatCode="0.00&quot; M&quot;" sourceLinked="0"/>
          <c:txPr>
            <a:bodyPr xmlns:a="http://schemas.openxmlformats.org/drawingml/2006/main" anchorCtr="1"/>
            <a:lstStyle xmlns:a="http://schemas.openxmlformats.org/drawingml/2006/main"/>
            <a:p xmlns:a="http://schemas.openxmlformats.org/drawingml/2006/main">
              <a:pPr>
                <a:defRPr sz="2025" b="1">
                  <a:solidFill>
                    <a:srgbClr val="1D3B33"/>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63796E"/>
            </a:solidFill>
          </a:ln>
        </c:spPr>
        <c:txPr>
          <a:bodyPr xmlns:a="http://schemas.openxmlformats.org/drawingml/2006/main" anchorCtr="1"/>
          <a:lstStyle xmlns:a="http://schemas.openxmlformats.org/drawingml/2006/main"/>
          <a:p xmlns:a="http://schemas.openxmlformats.org/drawingml/2006/main">
            <a:pPr>
              <a:defRPr sz="1800">
                <a:solidFill>
                  <a:srgbClr val="1D3B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5DED4"/>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3796E"/>
                </a:solidFill>
                <a:latin typeface="Arial"/>
                <a:ea typeface="Arial"/>
                <a:cs typeface="Arial"/>
              </a:defRPr>
            </a:pPr>
          </a:p>
        </c:txPr>
        <c:crossAx val="48650112"/>
        <c:crossBetween val="between"/>
        <c:majorUnit val="20"/>
      </c:valAx>
      <c:spPr>
        <a:noFill xmlns:a="http://schemas.openxmlformats.org/drawingml/2006/mai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D3B33"/>
        </a:solidFill>
      </p:bgPr>
    </p:bg>
    <p:spTree>
      <p:nvGrpSpPr>
        <p:cNvPr id="1" name=""/>
        <p:cNvGrpSpPr/>
        <p:nvPr/>
      </p:nvGrpSpPr>
      <p:grpSpPr>
        <a:xfrm xmlns:a="http://schemas.openxmlformats.org/drawingml/2006/main"/>
      </p:grpSpPr>
      <p:sp>
        <p:nvSpPr>
          <p:cNvPr id="2" name="Group 43">
            <a:extLst xmlns:a="http://schemas.openxmlformats.org/drawingml/2006/main">
              <a:ext uri="{FF2B5EF4-FFF2-40B4-BE49-F238E27FC236}">
                <a16:creationId xmlns:a16="http://schemas.microsoft.com/office/drawing/2014/main" id="{C6507235-55C1-4B7E-8C5E-FC795EB1396D}"/>
              </a:ext>
            </a:extLst>
          </p:cNvPr>
          <p:cNvSpPr>
            <a:spLocks xmlns:a="http://schemas.openxmlformats.org/drawingml/2006/main" noGrp="1"/>
          </p:cNvSpPr>
          <p:nvPr/>
        </p:nvSpPr>
        <p:spPr>
          <a:xfrm xmlns:a="http://schemas.openxmlformats.org/drawingml/2006/main">
            <a:off x="647700" y="5429250"/>
            <a:ext cx="704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4B6A2"/>
                </a:solidFill>
                <a:latin typeface="Arial"/>
                <a:ea typeface="Arial"/>
                <a:cs typeface="Arial"/>
              </a:defRPr>
            </a:defPPr>
            <a:lvl1pPr algn="l">
              <a:defRPr sz="1800" b="1">
                <a:solidFill>
                  <a:srgbClr val="94B6A2"/>
                </a:solidFill>
                <a:latin typeface="Arial"/>
                <a:ea typeface="Arial"/>
                <a:cs typeface="Arial"/>
              </a:defRPr>
            </a:lvl1pPr>
            <a:lvl2pPr algn="l">
              <a:defRPr sz="1800" b="1">
                <a:solidFill>
                  <a:srgbClr val="94B6A2"/>
                </a:solidFill>
                <a:latin typeface="Arial"/>
                <a:ea typeface="Arial"/>
                <a:cs typeface="Arial"/>
              </a:defRPr>
            </a:lvl2pPr>
            <a:lvl3pPr algn="l">
              <a:defRPr sz="1800" b="1">
                <a:solidFill>
                  <a:srgbClr val="94B6A2"/>
                </a:solidFill>
                <a:latin typeface="Arial"/>
                <a:ea typeface="Arial"/>
                <a:cs typeface="Arial"/>
              </a:defRPr>
            </a:lvl3pPr>
            <a:lvl4pPr algn="l">
              <a:defRPr sz="1800" b="1">
                <a:solidFill>
                  <a:srgbClr val="94B6A2"/>
                </a:solidFill>
                <a:latin typeface="Arial"/>
                <a:ea typeface="Arial"/>
                <a:cs typeface="Arial"/>
              </a:defRPr>
            </a:lvl4pPr>
            <a:lvl5pPr algn="l">
              <a:defRPr sz="1800" b="1">
                <a:solidFill>
                  <a:srgbClr val="94B6A2"/>
                </a:solidFill>
                <a:latin typeface="Arial"/>
                <a:ea typeface="Arial"/>
                <a:cs typeface="Arial"/>
              </a:defRPr>
            </a:lvl5pPr>
            <a:lvl6pPr algn="l">
              <a:defRPr sz="1800" b="1">
                <a:solidFill>
                  <a:srgbClr val="94B6A2"/>
                </a:solidFill>
                <a:latin typeface="Arial"/>
                <a:ea typeface="Arial"/>
                <a:cs typeface="Arial"/>
              </a:defRPr>
            </a:lvl6pPr>
            <a:lvl7pPr algn="l">
              <a:defRPr sz="1800" b="1">
                <a:solidFill>
                  <a:srgbClr val="94B6A2"/>
                </a:solidFill>
                <a:latin typeface="Arial"/>
                <a:ea typeface="Arial"/>
                <a:cs typeface="Arial"/>
              </a:defRPr>
            </a:lvl7pPr>
            <a:lvl8pPr algn="l">
              <a:defRPr sz="1800" b="1">
                <a:solidFill>
                  <a:srgbClr val="94B6A2"/>
                </a:solidFill>
                <a:latin typeface="Arial"/>
                <a:ea typeface="Arial"/>
                <a:cs typeface="Arial"/>
              </a:defRPr>
            </a:lvl8pPr>
            <a:lvl9pPr algn="l">
              <a:defRPr sz="1800" b="1">
                <a:solidFill>
                  <a:srgbClr val="94B6A2"/>
                </a:solidFill>
                <a:latin typeface="Arial"/>
                <a:ea typeface="Arial"/>
                <a:cs typeface="Arial"/>
              </a:defRPr>
            </a:lvl9pPr>
          </a:lstStyle>
          <a:p xmlns:a="http://schemas.openxmlformats.org/drawingml/2006/main">
            <a:pPr algn="l">
              <a:defRPr sz="1800" b="1">
                <a:solidFill>
                  <a:srgbClr val="94B6A2"/>
                </a:solidFill>
                <a:latin typeface="Arial"/>
                <a:ea typeface="Arial"/>
                <a:cs typeface="Arial"/>
              </a:defRPr>
            </a:pPr>
            <a:r>
              <a:rPr sz="1800" b="1">
                <a:solidFill>
                  <a:srgbClr val="94B6A2"/>
                </a:solidFill>
                <a:latin typeface="Arial"/>
                <a:ea typeface="Arial"/>
                <a:cs typeface="Arial"/>
              </a:rPr>
              <a:t>GROUP 43</a:t>
            </a:r>
          </a:p>
        </p:txBody>
      </p:sp>
      <p:sp>
        <p:nvSpPr>
          <p:cNvPr id="3" name="Camera-Based&#10;Handwashing&#10;Assessment">
            <a:extLst xmlns:a="http://schemas.openxmlformats.org/drawingml/2006/main">
              <a:ext uri="{FF2B5EF4-FFF2-40B4-BE49-F238E27FC236}">
                <a16:creationId xmlns:a16="http://schemas.microsoft.com/office/drawing/2014/main" id="{2BA441C2-9953-45B7-8737-8ADC7BFA6E4E}"/>
              </a:ext>
            </a:extLst>
          </p:cNvPr>
          <p:cNvSpPr>
            <a:spLocks xmlns:a="http://schemas.openxmlformats.org/drawingml/2006/main" noGrp="1"/>
          </p:cNvSpPr>
          <p:nvPr/>
        </p:nvSpPr>
        <p:spPr>
          <a:xfrm xmlns:a="http://schemas.openxmlformats.org/drawingml/2006/main">
            <a:off x="609600" y="1466850"/>
            <a:ext cx="7048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F5F6F1"/>
                </a:solidFill>
                <a:latin typeface="Arial"/>
                <a:ea typeface="Arial"/>
                <a:cs typeface="Arial"/>
              </a:defRPr>
            </a:defPPr>
            <a:lvl1pPr algn="l">
              <a:defRPr sz="5400" b="1">
                <a:solidFill>
                  <a:srgbClr val="F5F6F1"/>
                </a:solidFill>
                <a:latin typeface="Arial"/>
                <a:ea typeface="Arial"/>
                <a:cs typeface="Arial"/>
              </a:defRPr>
            </a:lvl1pPr>
            <a:lvl2pPr algn="l">
              <a:defRPr sz="5400" b="1">
                <a:solidFill>
                  <a:srgbClr val="F5F6F1"/>
                </a:solidFill>
                <a:latin typeface="Arial"/>
                <a:ea typeface="Arial"/>
                <a:cs typeface="Arial"/>
              </a:defRPr>
            </a:lvl2pPr>
            <a:lvl3pPr algn="l">
              <a:defRPr sz="5400" b="1">
                <a:solidFill>
                  <a:srgbClr val="F5F6F1"/>
                </a:solidFill>
                <a:latin typeface="Arial"/>
                <a:ea typeface="Arial"/>
                <a:cs typeface="Arial"/>
              </a:defRPr>
            </a:lvl3pPr>
            <a:lvl4pPr algn="l">
              <a:defRPr sz="5400" b="1">
                <a:solidFill>
                  <a:srgbClr val="F5F6F1"/>
                </a:solidFill>
                <a:latin typeface="Arial"/>
                <a:ea typeface="Arial"/>
                <a:cs typeface="Arial"/>
              </a:defRPr>
            </a:lvl4pPr>
            <a:lvl5pPr algn="l">
              <a:defRPr sz="5400" b="1">
                <a:solidFill>
                  <a:srgbClr val="F5F6F1"/>
                </a:solidFill>
                <a:latin typeface="Arial"/>
                <a:ea typeface="Arial"/>
                <a:cs typeface="Arial"/>
              </a:defRPr>
            </a:lvl5pPr>
            <a:lvl6pPr algn="l">
              <a:defRPr sz="5400" b="1">
                <a:solidFill>
                  <a:srgbClr val="F5F6F1"/>
                </a:solidFill>
                <a:latin typeface="Arial"/>
                <a:ea typeface="Arial"/>
                <a:cs typeface="Arial"/>
              </a:defRPr>
            </a:lvl6pPr>
            <a:lvl7pPr algn="l">
              <a:defRPr sz="5400" b="1">
                <a:solidFill>
                  <a:srgbClr val="F5F6F1"/>
                </a:solidFill>
                <a:latin typeface="Arial"/>
                <a:ea typeface="Arial"/>
                <a:cs typeface="Arial"/>
              </a:defRPr>
            </a:lvl7pPr>
            <a:lvl8pPr algn="l">
              <a:defRPr sz="5400" b="1">
                <a:solidFill>
                  <a:srgbClr val="F5F6F1"/>
                </a:solidFill>
                <a:latin typeface="Arial"/>
                <a:ea typeface="Arial"/>
                <a:cs typeface="Arial"/>
              </a:defRPr>
            </a:lvl8pPr>
            <a:lvl9pPr algn="l">
              <a:defRPr sz="5400" b="1">
                <a:solidFill>
                  <a:srgbClr val="F5F6F1"/>
                </a:solidFill>
                <a:latin typeface="Arial"/>
                <a:ea typeface="Arial"/>
                <a:cs typeface="Arial"/>
              </a:defRPr>
            </a:lvl9pPr>
          </a:lstStyle>
          <a:p xmlns:a="http://schemas.openxmlformats.org/drawingml/2006/main">
            <a:pPr algn="l">
              <a:defRPr sz="5400" b="1">
                <a:solidFill>
                  <a:srgbClr val="F5F6F1"/>
                </a:solidFill>
                <a:latin typeface="Arial"/>
                <a:ea typeface="Arial"/>
                <a:cs typeface="Arial"/>
              </a:defRPr>
            </a:pPr>
            <a:r>
              <a:rPr sz="5400" b="1">
                <a:solidFill>
                  <a:srgbClr val="F5F6F1"/>
                </a:solidFill>
                <a:latin typeface="Arial"/>
                <a:ea typeface="Arial"/>
                <a:cs typeface="Arial"/>
              </a:rPr>
              <a:t>Camera-Based</a:t>
            </a:r>
          </a:p>
          <a:p xmlns:a="http://schemas.openxmlformats.org/drawingml/2006/main">
            <a:pPr algn="l">
              <a:defRPr sz="5400" b="1">
                <a:solidFill>
                  <a:srgbClr val="F5F6F1"/>
                </a:solidFill>
                <a:latin typeface="Arial"/>
                <a:ea typeface="Arial"/>
                <a:cs typeface="Arial"/>
              </a:defRPr>
            </a:pPr>
            <a:r>
              <a:rPr sz="5400" b="1">
                <a:solidFill>
                  <a:srgbClr val="F5F6F1"/>
                </a:solidFill>
                <a:latin typeface="Arial"/>
                <a:ea typeface="Arial"/>
                <a:cs typeface="Arial"/>
              </a:rPr>
              <a:t>Handwashing</a:t>
            </a:r>
          </a:p>
          <a:p xmlns:a="http://schemas.openxmlformats.org/drawingml/2006/main">
            <a:pPr algn="l">
              <a:defRPr sz="5400" b="1">
                <a:solidFill>
                  <a:srgbClr val="F5F6F1"/>
                </a:solidFill>
                <a:latin typeface="Arial"/>
                <a:ea typeface="Arial"/>
                <a:cs typeface="Arial"/>
              </a:defRPr>
            </a:pPr>
            <a:r>
              <a:rPr sz="5400" b="1">
                <a:solidFill>
                  <a:srgbClr val="F5F6F1"/>
                </a:solidFill>
                <a:latin typeface="Arial"/>
                <a:ea typeface="Arial"/>
                <a:cs typeface="Arial"/>
              </a:rPr>
              <a:t>Assessment</a:t>
            </a:r>
          </a:p>
        </p:txBody>
      </p:sp>
      <p:sp>
        <p:nvSpPr>
          <p:cNvPr id="4" name="Visual recognition, temporal segmentation&#10;and adaptive actio">
            <a:extLst xmlns:a="http://schemas.openxmlformats.org/drawingml/2006/main">
              <a:ext uri="{FF2B5EF4-FFF2-40B4-BE49-F238E27FC236}">
                <a16:creationId xmlns:a16="http://schemas.microsoft.com/office/drawing/2014/main" id="{9B464841-8D24-43A9-8904-5A0DB102C149}"/>
              </a:ext>
            </a:extLst>
          </p:cNvPr>
          <p:cNvSpPr>
            <a:spLocks xmlns:a="http://schemas.openxmlformats.org/drawingml/2006/main" noGrp="1"/>
          </p:cNvSpPr>
          <p:nvPr/>
        </p:nvSpPr>
        <p:spPr>
          <a:xfrm xmlns:a="http://schemas.openxmlformats.org/drawingml/2006/main">
            <a:off x="647700" y="4419600"/>
            <a:ext cx="685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FE8DE"/>
                </a:solidFill>
                <a:latin typeface="Arial"/>
                <a:ea typeface="Arial"/>
                <a:cs typeface="Arial"/>
              </a:defRPr>
            </a:defPPr>
            <a:lvl1pPr algn="l">
              <a:defRPr sz="2175" b="0">
                <a:solidFill>
                  <a:srgbClr val="DFE8DE"/>
                </a:solidFill>
                <a:latin typeface="Arial"/>
                <a:ea typeface="Arial"/>
                <a:cs typeface="Arial"/>
              </a:defRPr>
            </a:lvl1pPr>
            <a:lvl2pPr algn="l">
              <a:defRPr sz="2175" b="0">
                <a:solidFill>
                  <a:srgbClr val="DFE8DE"/>
                </a:solidFill>
                <a:latin typeface="Arial"/>
                <a:ea typeface="Arial"/>
                <a:cs typeface="Arial"/>
              </a:defRPr>
            </a:lvl2pPr>
            <a:lvl3pPr algn="l">
              <a:defRPr sz="2175" b="0">
                <a:solidFill>
                  <a:srgbClr val="DFE8DE"/>
                </a:solidFill>
                <a:latin typeface="Arial"/>
                <a:ea typeface="Arial"/>
                <a:cs typeface="Arial"/>
              </a:defRPr>
            </a:lvl3pPr>
            <a:lvl4pPr algn="l">
              <a:defRPr sz="2175" b="0">
                <a:solidFill>
                  <a:srgbClr val="DFE8DE"/>
                </a:solidFill>
                <a:latin typeface="Arial"/>
                <a:ea typeface="Arial"/>
                <a:cs typeface="Arial"/>
              </a:defRPr>
            </a:lvl4pPr>
            <a:lvl5pPr algn="l">
              <a:defRPr sz="2175" b="0">
                <a:solidFill>
                  <a:srgbClr val="DFE8DE"/>
                </a:solidFill>
                <a:latin typeface="Arial"/>
                <a:ea typeface="Arial"/>
                <a:cs typeface="Arial"/>
              </a:defRPr>
            </a:lvl5pPr>
            <a:lvl6pPr algn="l">
              <a:defRPr sz="2175" b="0">
                <a:solidFill>
                  <a:srgbClr val="DFE8DE"/>
                </a:solidFill>
                <a:latin typeface="Arial"/>
                <a:ea typeface="Arial"/>
                <a:cs typeface="Arial"/>
              </a:defRPr>
            </a:lvl6pPr>
            <a:lvl7pPr algn="l">
              <a:defRPr sz="2175" b="0">
                <a:solidFill>
                  <a:srgbClr val="DFE8DE"/>
                </a:solidFill>
                <a:latin typeface="Arial"/>
                <a:ea typeface="Arial"/>
                <a:cs typeface="Arial"/>
              </a:defRPr>
            </a:lvl7pPr>
            <a:lvl8pPr algn="l">
              <a:defRPr sz="2175" b="0">
                <a:solidFill>
                  <a:srgbClr val="DFE8DE"/>
                </a:solidFill>
                <a:latin typeface="Arial"/>
                <a:ea typeface="Arial"/>
                <a:cs typeface="Arial"/>
              </a:defRPr>
            </a:lvl8pPr>
            <a:lvl9pPr algn="l">
              <a:defRPr sz="2175" b="0">
                <a:solidFill>
                  <a:srgbClr val="DFE8DE"/>
                </a:solidFill>
                <a:latin typeface="Arial"/>
                <a:ea typeface="Arial"/>
                <a:cs typeface="Arial"/>
              </a:defRPr>
            </a:lvl9pPr>
          </a:lstStyle>
          <a:p xmlns:a="http://schemas.openxmlformats.org/drawingml/2006/main">
            <a:pPr algn="l">
              <a:defRPr sz="2175" b="0">
                <a:solidFill>
                  <a:srgbClr val="DFE8DE"/>
                </a:solidFill>
                <a:latin typeface="Arial"/>
                <a:ea typeface="Arial"/>
                <a:cs typeface="Arial"/>
              </a:defRPr>
            </a:pPr>
            <a:r>
              <a:rPr sz="2175" b="0">
                <a:solidFill>
                  <a:srgbClr val="DFE8DE"/>
                </a:solidFill>
                <a:latin typeface="Arial"/>
                <a:ea typeface="Arial"/>
                <a:cs typeface="Arial"/>
              </a:rPr>
              <a:t>Visual recognition, temporal segmentation</a:t>
            </a:r>
          </a:p>
          <a:p xmlns:a="http://schemas.openxmlformats.org/drawingml/2006/main">
            <a:pPr algn="l">
              <a:defRPr sz="2175" b="0">
                <a:solidFill>
                  <a:srgbClr val="DFE8DE"/>
                </a:solidFill>
                <a:latin typeface="Arial"/>
                <a:ea typeface="Arial"/>
                <a:cs typeface="Arial"/>
              </a:defRPr>
            </a:pPr>
            <a:r>
              <a:rPr sz="2175" b="0">
                <a:solidFill>
                  <a:srgbClr val="DFE8DE"/>
                </a:solidFill>
                <a:latin typeface="Arial"/>
                <a:ea typeface="Arial"/>
                <a:cs typeface="Arial"/>
              </a:rPr>
              <a:t>and adaptive action confirmation</a:t>
            </a:r>
          </a:p>
        </p:txBody>
      </p:sp>
      <p:sp>
        <p:nvSpPr>
          <p:cNvPr id="5" name="Shen Ziyi     Wang Lepeng     Xu Wenzhe     Zhu Jianyu">
            <a:extLst xmlns:a="http://schemas.openxmlformats.org/drawingml/2006/main">
              <a:ext uri="{FF2B5EF4-FFF2-40B4-BE49-F238E27FC236}">
                <a16:creationId xmlns:a16="http://schemas.microsoft.com/office/drawing/2014/main" id="{B5FC8F55-6DE8-4E4D-89F7-92DD8D772C3C}"/>
              </a:ext>
            </a:extLst>
          </p:cNvPr>
          <p:cNvSpPr>
            <a:spLocks xmlns:a="http://schemas.openxmlformats.org/drawingml/2006/main" noGrp="1"/>
          </p:cNvSpPr>
          <p:nvPr/>
        </p:nvSpPr>
        <p:spPr>
          <a:xfrm xmlns:a="http://schemas.openxmlformats.org/drawingml/2006/main">
            <a:off x="647700" y="5829300"/>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5F6F1"/>
                </a:solidFill>
                <a:latin typeface="Arial"/>
                <a:ea typeface="Arial"/>
                <a:cs typeface="Arial"/>
              </a:defRPr>
            </a:defPPr>
            <a:lvl1pPr algn="l">
              <a:defRPr sz="1650" b="0">
                <a:solidFill>
                  <a:srgbClr val="F5F6F1"/>
                </a:solidFill>
                <a:latin typeface="Arial"/>
                <a:ea typeface="Arial"/>
                <a:cs typeface="Arial"/>
              </a:defRPr>
            </a:lvl1pPr>
            <a:lvl2pPr algn="l">
              <a:defRPr sz="1650" b="0">
                <a:solidFill>
                  <a:srgbClr val="F5F6F1"/>
                </a:solidFill>
                <a:latin typeface="Arial"/>
                <a:ea typeface="Arial"/>
                <a:cs typeface="Arial"/>
              </a:defRPr>
            </a:lvl2pPr>
            <a:lvl3pPr algn="l">
              <a:defRPr sz="1650" b="0">
                <a:solidFill>
                  <a:srgbClr val="F5F6F1"/>
                </a:solidFill>
                <a:latin typeface="Arial"/>
                <a:ea typeface="Arial"/>
                <a:cs typeface="Arial"/>
              </a:defRPr>
            </a:lvl3pPr>
            <a:lvl4pPr algn="l">
              <a:defRPr sz="1650" b="0">
                <a:solidFill>
                  <a:srgbClr val="F5F6F1"/>
                </a:solidFill>
                <a:latin typeface="Arial"/>
                <a:ea typeface="Arial"/>
                <a:cs typeface="Arial"/>
              </a:defRPr>
            </a:lvl4pPr>
            <a:lvl5pPr algn="l">
              <a:defRPr sz="1650" b="0">
                <a:solidFill>
                  <a:srgbClr val="F5F6F1"/>
                </a:solidFill>
                <a:latin typeface="Arial"/>
                <a:ea typeface="Arial"/>
                <a:cs typeface="Arial"/>
              </a:defRPr>
            </a:lvl5pPr>
            <a:lvl6pPr algn="l">
              <a:defRPr sz="1650" b="0">
                <a:solidFill>
                  <a:srgbClr val="F5F6F1"/>
                </a:solidFill>
                <a:latin typeface="Arial"/>
                <a:ea typeface="Arial"/>
                <a:cs typeface="Arial"/>
              </a:defRPr>
            </a:lvl6pPr>
            <a:lvl7pPr algn="l">
              <a:defRPr sz="1650" b="0">
                <a:solidFill>
                  <a:srgbClr val="F5F6F1"/>
                </a:solidFill>
                <a:latin typeface="Arial"/>
                <a:ea typeface="Arial"/>
                <a:cs typeface="Arial"/>
              </a:defRPr>
            </a:lvl7pPr>
            <a:lvl8pPr algn="l">
              <a:defRPr sz="1650" b="0">
                <a:solidFill>
                  <a:srgbClr val="F5F6F1"/>
                </a:solidFill>
                <a:latin typeface="Arial"/>
                <a:ea typeface="Arial"/>
                <a:cs typeface="Arial"/>
              </a:defRPr>
            </a:lvl8pPr>
            <a:lvl9pPr algn="l">
              <a:defRPr sz="1650" b="0">
                <a:solidFill>
                  <a:srgbClr val="F5F6F1"/>
                </a:solidFill>
                <a:latin typeface="Arial"/>
                <a:ea typeface="Arial"/>
                <a:cs typeface="Arial"/>
              </a:defRPr>
            </a:lvl9pPr>
          </a:lstStyle>
          <a:p xmlns:a="http://schemas.openxmlformats.org/drawingml/2006/main">
            <a:pPr algn="l">
              <a:defRPr sz="1650" b="0">
                <a:solidFill>
                  <a:srgbClr val="F5F6F1"/>
                </a:solidFill>
                <a:latin typeface="Arial"/>
                <a:ea typeface="Arial"/>
                <a:cs typeface="Arial"/>
              </a:defRPr>
            </a:pPr>
            <a:r>
              <a:rPr sz="1650" b="0">
                <a:solidFill>
                  <a:srgbClr val="F5F6F1"/>
                </a:solidFill>
                <a:latin typeface="Arial"/>
                <a:ea typeface="Arial"/>
                <a:cs typeface="Arial"/>
              </a:rPr>
              <a:t>Shen Ziyi     Wang Lepeng     Xu Wenzhe     Zhu Jianyu</a:t>
            </a:r>
          </a:p>
        </p:txBody>
      </p:sp>
      <p:pic>
        <p:nvPicPr>
          <p:cNvPr id="6" name="">
            <a:extLst xmlns:a="http://schemas.openxmlformats.org/drawingml/2006/main">
              <a:ext uri="{FF2B5EF4-FFF2-40B4-BE49-F238E27FC236}">
                <a16:creationId xmlns:a16="http://schemas.microsoft.com/office/drawing/2014/main" id="{6B954E1E-E083-4CC9-A3BD-9FEB8642B448}"/>
              </a:ext>
            </a:extLst>
          </p:cNvPr>
          <p:cNvPicPr>
            <a:picLocks xmlns:a="http://schemas.openxmlformats.org/drawingml/2006/main" noChangeAspect="1"/>
          </p:cNvPicPr>
          <p:nvPr/>
        </p:nvPicPr>
        <p:blipFill>
          <a:blip xmlns:r="http://schemas.openxmlformats.org/officeDocument/2006/relationships" xmlns:a="http://schemas.openxmlformats.org/drawingml/2006/main" r:embed="R15291cce84d04870"/>
          <a:stretch xmlns:a="http://schemas.openxmlformats.org/drawingml/2006/main"/>
        </p:blipFill>
        <p:spPr>
          <a:xfrm xmlns:a="http://schemas.openxmlformats.org/drawingml/2006/main">
            <a:off x="8002980" y="1428750"/>
            <a:ext cx="1748641" cy="109537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D38ADBEF-208A-4005-9EF0-810A895DCCE4}"/>
              </a:ext>
            </a:extLst>
          </p:cNvPr>
          <p:cNvPicPr>
            <a:picLocks xmlns:a="http://schemas.openxmlformats.org/drawingml/2006/main" noChangeAspect="1"/>
          </p:cNvPicPr>
          <p:nvPr/>
        </p:nvPicPr>
        <p:blipFill>
          <a:blip xmlns:r="http://schemas.openxmlformats.org/officeDocument/2006/relationships" xmlns:a="http://schemas.openxmlformats.org/drawingml/2006/main" r:embed="R0de6f21a77ae40f6"/>
          <a:stretch xmlns:a="http://schemas.openxmlformats.org/drawingml/2006/main"/>
        </p:blipFill>
        <p:spPr>
          <a:xfrm xmlns:a="http://schemas.openxmlformats.org/drawingml/2006/main">
            <a:off x="9835757" y="1428750"/>
            <a:ext cx="1740687" cy="10953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73B7BF2-67A6-42A4-B123-8A2ED603AD8A}"/>
              </a:ext>
            </a:extLst>
          </p:cNvPr>
          <p:cNvPicPr>
            <a:picLocks xmlns:a="http://schemas.openxmlformats.org/drawingml/2006/main" noChangeAspect="1"/>
          </p:cNvPicPr>
          <p:nvPr/>
        </p:nvPicPr>
        <p:blipFill>
          <a:blip xmlns:r="http://schemas.openxmlformats.org/officeDocument/2006/relationships" xmlns:a="http://schemas.openxmlformats.org/drawingml/2006/main" r:embed="Rb0d02d16c03248fb"/>
          <a:stretch xmlns:a="http://schemas.openxmlformats.org/drawingml/2006/main"/>
        </p:blipFill>
        <p:spPr>
          <a:xfrm xmlns:a="http://schemas.openxmlformats.org/drawingml/2006/main">
            <a:off x="8001993" y="2628900"/>
            <a:ext cx="1750614" cy="109537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D14D2E4-0A02-459D-9C73-8375FC4FEC6D}"/>
              </a:ext>
            </a:extLst>
          </p:cNvPr>
          <p:cNvPicPr>
            <a:picLocks xmlns:a="http://schemas.openxmlformats.org/drawingml/2006/main" noChangeAspect="1"/>
          </p:cNvPicPr>
          <p:nvPr/>
        </p:nvPicPr>
        <p:blipFill>
          <a:blip xmlns:r="http://schemas.openxmlformats.org/officeDocument/2006/relationships" xmlns:a="http://schemas.openxmlformats.org/drawingml/2006/main" r:embed="R73bb7564480f471d"/>
          <a:stretch xmlns:a="http://schemas.openxmlformats.org/drawingml/2006/main"/>
        </p:blipFill>
        <p:spPr>
          <a:xfrm xmlns:a="http://schemas.openxmlformats.org/drawingml/2006/main">
            <a:off x="9829800" y="2631371"/>
            <a:ext cx="1752600" cy="1090433"/>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7B8327C-80FF-4D57-88DD-EDFBB63614C0}"/>
              </a:ext>
            </a:extLst>
          </p:cNvPr>
          <p:cNvPicPr>
            <a:picLocks xmlns:a="http://schemas.openxmlformats.org/drawingml/2006/main" noChangeAspect="1"/>
          </p:cNvPicPr>
          <p:nvPr/>
        </p:nvPicPr>
        <p:blipFill>
          <a:blip xmlns:r="http://schemas.openxmlformats.org/officeDocument/2006/relationships" xmlns:a="http://schemas.openxmlformats.org/drawingml/2006/main" r:embed="Ra1603d53fc6c415d"/>
          <a:stretch xmlns:a="http://schemas.openxmlformats.org/drawingml/2006/main"/>
        </p:blipFill>
        <p:spPr>
          <a:xfrm xmlns:a="http://schemas.openxmlformats.org/drawingml/2006/main">
            <a:off x="8001000" y="3830299"/>
            <a:ext cx="1752600" cy="1092876"/>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8E6874C0-856D-4170-954C-A961F29D51F9}"/>
              </a:ext>
            </a:extLst>
          </p:cNvPr>
          <p:cNvPicPr>
            <a:picLocks xmlns:a="http://schemas.openxmlformats.org/drawingml/2006/main" noChangeAspect="1"/>
          </p:cNvPicPr>
          <p:nvPr/>
        </p:nvPicPr>
        <p:blipFill>
          <a:blip xmlns:r="http://schemas.openxmlformats.org/officeDocument/2006/relationships" xmlns:a="http://schemas.openxmlformats.org/drawingml/2006/main" r:embed="R04226c650c6c449c"/>
          <a:stretch xmlns:a="http://schemas.openxmlformats.org/drawingml/2006/main"/>
        </p:blipFill>
        <p:spPr>
          <a:xfrm xmlns:a="http://schemas.openxmlformats.org/drawingml/2006/main">
            <a:off x="9829800" y="3833398"/>
            <a:ext cx="1752600" cy="1086678"/>
          </a:xfrm>
          <a:prstGeom xmlns:a="http://schemas.openxmlformats.org/drawingml/2006/main" prst="rect">
            <a:avLst/>
          </a:prstGeom>
        </p:spPr>
      </p:pic>
      <p:sp>
        <p:nvSpPr>
          <p:cNvPr id="12" name="WHO illustration source">
            <a:extLst xmlns:a="http://schemas.openxmlformats.org/drawingml/2006/main">
              <a:ext uri="{FF2B5EF4-FFF2-40B4-BE49-F238E27FC236}">
                <a16:creationId xmlns:a16="http://schemas.microsoft.com/office/drawing/2014/main" id="{D13905CD-7FC8-48FF-BCCB-58E118740830}"/>
              </a:ext>
            </a:extLst>
          </p:cNvPr>
          <p:cNvSpPr>
            <a:spLocks xmlns:a="http://schemas.openxmlformats.org/drawingml/2006/main" noGrp="1"/>
          </p:cNvSpPr>
          <p:nvPr/>
        </p:nvSpPr>
        <p:spPr>
          <a:xfrm xmlns:a="http://schemas.openxmlformats.org/drawingml/2006/main">
            <a:off x="8001000" y="5219700"/>
            <a:ext cx="3581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275">
                <a:solidFill>
                  <a:srgbClr val="DFE8DE"/>
                </a:solidFill>
                <a:latin typeface="Arial"/>
                <a:ea typeface="Arial"/>
                <a:cs typeface="Arial"/>
              </a:defRPr>
            </a:defPPr>
            <a:lvl1pPr algn="l">
              <a:defRPr sz="1275">
                <a:solidFill>
                  <a:srgbClr val="DFE8DE"/>
                </a:solidFill>
                <a:latin typeface="Arial"/>
                <a:ea typeface="Arial"/>
                <a:cs typeface="Arial"/>
              </a:defRPr>
            </a:lvl1pPr>
            <a:lvl2pPr algn="l">
              <a:defRPr sz="1275">
                <a:solidFill>
                  <a:srgbClr val="DFE8DE"/>
                </a:solidFill>
                <a:latin typeface="Arial"/>
                <a:ea typeface="Arial"/>
                <a:cs typeface="Arial"/>
              </a:defRPr>
            </a:lvl2pPr>
            <a:lvl3pPr algn="l">
              <a:defRPr sz="1275">
                <a:solidFill>
                  <a:srgbClr val="DFE8DE"/>
                </a:solidFill>
                <a:latin typeface="Arial"/>
                <a:ea typeface="Arial"/>
                <a:cs typeface="Arial"/>
              </a:defRPr>
            </a:lvl3pPr>
            <a:lvl4pPr algn="l">
              <a:defRPr sz="1275">
                <a:solidFill>
                  <a:srgbClr val="DFE8DE"/>
                </a:solidFill>
                <a:latin typeface="Arial"/>
                <a:ea typeface="Arial"/>
                <a:cs typeface="Arial"/>
              </a:defRPr>
            </a:lvl4pPr>
            <a:lvl5pPr algn="l">
              <a:defRPr sz="1275">
                <a:solidFill>
                  <a:srgbClr val="DFE8DE"/>
                </a:solidFill>
                <a:latin typeface="Arial"/>
                <a:ea typeface="Arial"/>
                <a:cs typeface="Arial"/>
              </a:defRPr>
            </a:lvl5pPr>
            <a:lvl6pPr algn="l">
              <a:defRPr sz="1275">
                <a:solidFill>
                  <a:srgbClr val="DFE8DE"/>
                </a:solidFill>
                <a:latin typeface="Arial"/>
                <a:ea typeface="Arial"/>
                <a:cs typeface="Arial"/>
              </a:defRPr>
            </a:lvl6pPr>
            <a:lvl7pPr algn="l">
              <a:defRPr sz="1275">
                <a:solidFill>
                  <a:srgbClr val="DFE8DE"/>
                </a:solidFill>
                <a:latin typeface="Arial"/>
                <a:ea typeface="Arial"/>
                <a:cs typeface="Arial"/>
              </a:defRPr>
            </a:lvl7pPr>
            <a:lvl8pPr algn="l">
              <a:defRPr sz="1275">
                <a:solidFill>
                  <a:srgbClr val="DFE8DE"/>
                </a:solidFill>
                <a:latin typeface="Arial"/>
                <a:ea typeface="Arial"/>
                <a:cs typeface="Arial"/>
              </a:defRPr>
            </a:lvl8pPr>
            <a:lvl9pPr algn="l">
              <a:defRPr sz="1275">
                <a:solidFill>
                  <a:srgbClr val="DFE8DE"/>
                </a:solidFill>
                <a:latin typeface="Arial"/>
                <a:ea typeface="Arial"/>
                <a:cs typeface="Arial"/>
              </a:defRPr>
            </a:lvl9pPr>
          </a:lstStyle>
          <a:p xmlns:a="http://schemas.openxmlformats.org/drawingml/2006/main">
            <a:pPr algn="l">
              <a:defRPr sz="1275">
                <a:solidFill>
                  <a:srgbClr val="DFE8DE"/>
                </a:solidFill>
                <a:latin typeface="Arial"/>
                <a:ea typeface="Arial"/>
                <a:cs typeface="Arial"/>
              </a:defRPr>
            </a:pPr>
            <a:r>
              <a:rPr sz="1275">
                <a:solidFill>
                  <a:srgbClr val="DFE8DE"/>
                </a:solidFill>
                <a:latin typeface="Arial"/>
                <a:ea typeface="Arial"/>
                <a:cs typeface="Arial"/>
              </a:rPr>
              <a:t>Source: WHO, How to Handwash? (2009)</a:t>
            </a:r>
          </a:p>
        </p:txBody>
      </p:sp>
    </p:spTree>
    <p:extLst>
      <p:ext uri="{BB962C8B-B14F-4D97-AF65-F5344CB8AC3E}">
        <p14:creationId xmlns:p14="http://schemas.microsoft.com/office/powerpoint/2010/main" val="844204189"/>
      </p:ext>
    </p:extLst>
  </p:cSld>
</p:sld>
</file>

<file path=ppt/slides/slide2.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2" name="What the system assesses">
            <a:extLst xmlns:a="http://schemas.openxmlformats.org/drawingml/2006/main">
              <a:ext uri="{FF2B5EF4-FFF2-40B4-BE49-F238E27FC236}">
                <a16:creationId xmlns:a16="http://schemas.microsoft.com/office/drawing/2014/main" id="{7B7B8B12-A900-4BAB-BB62-9097336DF089}"/>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D3B33"/>
                </a:solidFill>
                <a:latin typeface="Arial"/>
                <a:ea typeface="Arial"/>
                <a:cs typeface="Arial"/>
              </a:defRPr>
            </a:defPPr>
            <a:lvl1pPr algn="l">
              <a:defRPr sz="3300" b="1">
                <a:solidFill>
                  <a:srgbClr val="1D3B33"/>
                </a:solidFill>
                <a:latin typeface="Arial"/>
                <a:ea typeface="Arial"/>
                <a:cs typeface="Arial"/>
              </a:defRPr>
            </a:lvl1pPr>
            <a:lvl2pPr algn="l">
              <a:defRPr sz="3300" b="1">
                <a:solidFill>
                  <a:srgbClr val="1D3B33"/>
                </a:solidFill>
                <a:latin typeface="Arial"/>
                <a:ea typeface="Arial"/>
                <a:cs typeface="Arial"/>
              </a:defRPr>
            </a:lvl2pPr>
            <a:lvl3pPr algn="l">
              <a:defRPr sz="3300" b="1">
                <a:solidFill>
                  <a:srgbClr val="1D3B33"/>
                </a:solidFill>
                <a:latin typeface="Arial"/>
                <a:ea typeface="Arial"/>
                <a:cs typeface="Arial"/>
              </a:defRPr>
            </a:lvl3pPr>
            <a:lvl4pPr algn="l">
              <a:defRPr sz="3300" b="1">
                <a:solidFill>
                  <a:srgbClr val="1D3B33"/>
                </a:solidFill>
                <a:latin typeface="Arial"/>
                <a:ea typeface="Arial"/>
                <a:cs typeface="Arial"/>
              </a:defRPr>
            </a:lvl4pPr>
            <a:lvl5pPr algn="l">
              <a:defRPr sz="3300" b="1">
                <a:solidFill>
                  <a:srgbClr val="1D3B33"/>
                </a:solidFill>
                <a:latin typeface="Arial"/>
                <a:ea typeface="Arial"/>
                <a:cs typeface="Arial"/>
              </a:defRPr>
            </a:lvl5pPr>
            <a:lvl6pPr algn="l">
              <a:defRPr sz="3300" b="1">
                <a:solidFill>
                  <a:srgbClr val="1D3B33"/>
                </a:solidFill>
                <a:latin typeface="Arial"/>
                <a:ea typeface="Arial"/>
                <a:cs typeface="Arial"/>
              </a:defRPr>
            </a:lvl6pPr>
            <a:lvl7pPr algn="l">
              <a:defRPr sz="3300" b="1">
                <a:solidFill>
                  <a:srgbClr val="1D3B33"/>
                </a:solidFill>
                <a:latin typeface="Arial"/>
                <a:ea typeface="Arial"/>
                <a:cs typeface="Arial"/>
              </a:defRPr>
            </a:lvl7pPr>
            <a:lvl8pPr algn="l">
              <a:defRPr sz="3300" b="1">
                <a:solidFill>
                  <a:srgbClr val="1D3B33"/>
                </a:solidFill>
                <a:latin typeface="Arial"/>
                <a:ea typeface="Arial"/>
                <a:cs typeface="Arial"/>
              </a:defRPr>
            </a:lvl8pPr>
            <a:lvl9pPr algn="l">
              <a:defRPr sz="3300" b="1">
                <a:solidFill>
                  <a:srgbClr val="1D3B33"/>
                </a:solidFill>
                <a:latin typeface="Arial"/>
                <a:ea typeface="Arial"/>
                <a:cs typeface="Arial"/>
              </a:defRPr>
            </a:lvl9pPr>
          </a:lstStyle>
          <a:p xmlns:a="http://schemas.openxmlformats.org/drawingml/2006/main">
            <a:pPr algn="l">
              <a:defRPr sz="3300" b="1">
                <a:solidFill>
                  <a:srgbClr val="1D3B33"/>
                </a:solidFill>
                <a:latin typeface="Arial"/>
                <a:ea typeface="Arial"/>
                <a:cs typeface="Arial"/>
              </a:defRPr>
            </a:pPr>
            <a:r>
              <a:rPr sz="3300" b="1">
                <a:solidFill>
                  <a:srgbClr val="1D3B33"/>
                </a:solidFill>
                <a:latin typeface="Arial"/>
                <a:ea typeface="Arial"/>
                <a:cs typeface="Arial"/>
              </a:rPr>
              <a:t>What the system assesses</a:t>
            </a:r>
          </a:p>
        </p:txBody>
      </p:sp>
      <p:sp>
        <p:nvSpPr>
          <p:cNvPr id="3" name="Six action classes, plus background">
            <a:extLst xmlns:a="http://schemas.openxmlformats.org/drawingml/2006/main">
              <a:ext uri="{FF2B5EF4-FFF2-40B4-BE49-F238E27FC236}">
                <a16:creationId xmlns:a16="http://schemas.microsoft.com/office/drawing/2014/main" id="{F34A4DF9-10EE-4E49-BFEB-F6BAEB5B47DC}"/>
              </a:ext>
            </a:extLst>
          </p:cNvPr>
          <p:cNvSpPr>
            <a:spLocks xmlns:a="http://schemas.openxmlformats.org/drawingml/2006/main" noGrp="1"/>
          </p:cNvSpPr>
          <p:nvPr/>
        </p:nvSpPr>
        <p:spPr>
          <a:xfrm xmlns:a="http://schemas.openxmlformats.org/drawingml/2006/main">
            <a:off x="609600" y="11525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796E"/>
                </a:solidFill>
                <a:latin typeface="Arial"/>
                <a:ea typeface="Arial"/>
                <a:cs typeface="Arial"/>
              </a:defRPr>
            </a:defPPr>
            <a:lvl1pPr algn="l">
              <a:defRPr sz="1800" b="0">
                <a:solidFill>
                  <a:srgbClr val="63796E"/>
                </a:solidFill>
                <a:latin typeface="Arial"/>
                <a:ea typeface="Arial"/>
                <a:cs typeface="Arial"/>
              </a:defRPr>
            </a:lvl1pPr>
            <a:lvl2pPr algn="l">
              <a:defRPr sz="1800" b="0">
                <a:solidFill>
                  <a:srgbClr val="63796E"/>
                </a:solidFill>
                <a:latin typeface="Arial"/>
                <a:ea typeface="Arial"/>
                <a:cs typeface="Arial"/>
              </a:defRPr>
            </a:lvl2pPr>
            <a:lvl3pPr algn="l">
              <a:defRPr sz="1800" b="0">
                <a:solidFill>
                  <a:srgbClr val="63796E"/>
                </a:solidFill>
                <a:latin typeface="Arial"/>
                <a:ea typeface="Arial"/>
                <a:cs typeface="Arial"/>
              </a:defRPr>
            </a:lvl3pPr>
            <a:lvl4pPr algn="l">
              <a:defRPr sz="1800" b="0">
                <a:solidFill>
                  <a:srgbClr val="63796E"/>
                </a:solidFill>
                <a:latin typeface="Arial"/>
                <a:ea typeface="Arial"/>
                <a:cs typeface="Arial"/>
              </a:defRPr>
            </a:lvl4pPr>
            <a:lvl5pPr algn="l">
              <a:defRPr sz="1800" b="0">
                <a:solidFill>
                  <a:srgbClr val="63796E"/>
                </a:solidFill>
                <a:latin typeface="Arial"/>
                <a:ea typeface="Arial"/>
                <a:cs typeface="Arial"/>
              </a:defRPr>
            </a:lvl5pPr>
            <a:lvl6pPr algn="l">
              <a:defRPr sz="1800" b="0">
                <a:solidFill>
                  <a:srgbClr val="63796E"/>
                </a:solidFill>
                <a:latin typeface="Arial"/>
                <a:ea typeface="Arial"/>
                <a:cs typeface="Arial"/>
              </a:defRPr>
            </a:lvl6pPr>
            <a:lvl7pPr algn="l">
              <a:defRPr sz="1800" b="0">
                <a:solidFill>
                  <a:srgbClr val="63796E"/>
                </a:solidFill>
                <a:latin typeface="Arial"/>
                <a:ea typeface="Arial"/>
                <a:cs typeface="Arial"/>
              </a:defRPr>
            </a:lvl7pPr>
            <a:lvl8pPr algn="l">
              <a:defRPr sz="1800" b="0">
                <a:solidFill>
                  <a:srgbClr val="63796E"/>
                </a:solidFill>
                <a:latin typeface="Arial"/>
                <a:ea typeface="Arial"/>
                <a:cs typeface="Arial"/>
              </a:defRPr>
            </a:lvl8pPr>
            <a:lvl9pPr algn="l">
              <a:defRPr sz="1800" b="0">
                <a:solidFill>
                  <a:srgbClr val="63796E"/>
                </a:solidFill>
                <a:latin typeface="Arial"/>
                <a:ea typeface="Arial"/>
                <a:cs typeface="Arial"/>
              </a:defRPr>
            </a:lvl9pPr>
          </a:lstStyle>
          <a:p xmlns:a="http://schemas.openxmlformats.org/drawingml/2006/main">
            <a:pPr algn="l">
              <a:defRPr sz="1800" b="0">
                <a:solidFill>
                  <a:srgbClr val="63796E"/>
                </a:solidFill>
                <a:latin typeface="Arial"/>
                <a:ea typeface="Arial"/>
                <a:cs typeface="Arial"/>
              </a:defRPr>
            </a:pPr>
            <a:r>
              <a:rPr sz="1800" b="0">
                <a:solidFill>
                  <a:srgbClr val="63796E"/>
                </a:solidFill>
                <a:latin typeface="Arial"/>
                <a:ea typeface="Arial"/>
                <a:cs typeface="Arial"/>
              </a:rPr>
              <a:t>Six action classes, plus background</a:t>
            </a:r>
          </a:p>
        </p:txBody>
      </p:sp>
      <p:sp>
        <p:nvSpPr>
          <p:cNvPr id="4" name="GROUP 43  /  FINAL PROJECT">
            <a:extLst xmlns:a="http://schemas.openxmlformats.org/drawingml/2006/main">
              <a:ext uri="{FF2B5EF4-FFF2-40B4-BE49-F238E27FC236}">
                <a16:creationId xmlns:a16="http://schemas.microsoft.com/office/drawing/2014/main" id="{79E3BE9F-2D7F-44CC-A022-B6AFE430D699}"/>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796E"/>
                </a:solidFill>
                <a:latin typeface="Arial"/>
                <a:ea typeface="Arial"/>
                <a:cs typeface="Arial"/>
              </a:defRPr>
            </a:defPPr>
            <a:lvl1pPr algn="l">
              <a:defRPr sz="1200" b="0">
                <a:solidFill>
                  <a:srgbClr val="63796E"/>
                </a:solidFill>
                <a:latin typeface="Arial"/>
                <a:ea typeface="Arial"/>
                <a:cs typeface="Arial"/>
              </a:defRPr>
            </a:lvl1pPr>
            <a:lvl2pPr algn="l">
              <a:defRPr sz="1200" b="0">
                <a:solidFill>
                  <a:srgbClr val="63796E"/>
                </a:solidFill>
                <a:latin typeface="Arial"/>
                <a:ea typeface="Arial"/>
                <a:cs typeface="Arial"/>
              </a:defRPr>
            </a:lvl2pPr>
            <a:lvl3pPr algn="l">
              <a:defRPr sz="1200" b="0">
                <a:solidFill>
                  <a:srgbClr val="63796E"/>
                </a:solidFill>
                <a:latin typeface="Arial"/>
                <a:ea typeface="Arial"/>
                <a:cs typeface="Arial"/>
              </a:defRPr>
            </a:lvl3pPr>
            <a:lvl4pPr algn="l">
              <a:defRPr sz="1200" b="0">
                <a:solidFill>
                  <a:srgbClr val="63796E"/>
                </a:solidFill>
                <a:latin typeface="Arial"/>
                <a:ea typeface="Arial"/>
                <a:cs typeface="Arial"/>
              </a:defRPr>
            </a:lvl4pPr>
            <a:lvl5pPr algn="l">
              <a:defRPr sz="1200" b="0">
                <a:solidFill>
                  <a:srgbClr val="63796E"/>
                </a:solidFill>
                <a:latin typeface="Arial"/>
                <a:ea typeface="Arial"/>
                <a:cs typeface="Arial"/>
              </a:defRPr>
            </a:lvl5pPr>
            <a:lvl6pPr algn="l">
              <a:defRPr sz="1200" b="0">
                <a:solidFill>
                  <a:srgbClr val="63796E"/>
                </a:solidFill>
                <a:latin typeface="Arial"/>
                <a:ea typeface="Arial"/>
                <a:cs typeface="Arial"/>
              </a:defRPr>
            </a:lvl6pPr>
            <a:lvl7pPr algn="l">
              <a:defRPr sz="1200" b="0">
                <a:solidFill>
                  <a:srgbClr val="63796E"/>
                </a:solidFill>
                <a:latin typeface="Arial"/>
                <a:ea typeface="Arial"/>
                <a:cs typeface="Arial"/>
              </a:defRPr>
            </a:lvl7pPr>
            <a:lvl8pPr algn="l">
              <a:defRPr sz="1200" b="0">
                <a:solidFill>
                  <a:srgbClr val="63796E"/>
                </a:solidFill>
                <a:latin typeface="Arial"/>
                <a:ea typeface="Arial"/>
                <a:cs typeface="Arial"/>
              </a:defRPr>
            </a:lvl8pPr>
            <a:lvl9pPr algn="l">
              <a:defRPr sz="1200" b="0">
                <a:solidFill>
                  <a:srgbClr val="63796E"/>
                </a:solidFill>
                <a:latin typeface="Arial"/>
                <a:ea typeface="Arial"/>
                <a:cs typeface="Arial"/>
              </a:defRPr>
            </a:lvl9pPr>
          </a:lstStyle>
          <a:p xmlns:a="http://schemas.openxmlformats.org/drawingml/2006/main">
            <a:pPr algn="l">
              <a:defRPr sz="1200" b="0">
                <a:solidFill>
                  <a:srgbClr val="63796E"/>
                </a:solidFill>
                <a:latin typeface="Arial"/>
                <a:ea typeface="Arial"/>
                <a:cs typeface="Arial"/>
              </a:defRPr>
            </a:pPr>
            <a:r>
              <a:rPr sz="1200" b="0">
                <a:solidFill>
                  <a:srgbClr val="63796E"/>
                </a:solidFill>
                <a:latin typeface="Arial"/>
                <a:ea typeface="Arial"/>
                <a:cs typeface="Arial"/>
              </a:rPr>
              <a:t>GROUP 43  /  FINAL PROJECT</a:t>
            </a:r>
          </a:p>
        </p:txBody>
      </p:sp>
      <p:sp>
        <p:nvSpPr>
          <p:cNvPr id="5" name="02">
            <a:extLst xmlns:a="http://schemas.openxmlformats.org/drawingml/2006/main">
              <a:ext uri="{FF2B5EF4-FFF2-40B4-BE49-F238E27FC236}">
                <a16:creationId xmlns:a16="http://schemas.microsoft.com/office/drawing/2014/main" id="{A9C815E0-9010-4987-AED9-BC7AC7EC74B3}"/>
              </a:ext>
            </a:extLst>
          </p:cNvPr>
          <p:cNvSpPr>
            <a:spLocks xmlns:a="http://schemas.openxmlformats.org/drawingml/2006/main" noGrp="1"/>
          </p:cNvSpPr>
          <p:nvPr/>
        </p:nvSpPr>
        <p:spPr>
          <a:xfrm xmlns:a="http://schemas.openxmlformats.org/drawingml/2006/main">
            <a:off x="11049000" y="63722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63796E"/>
                </a:solidFill>
                <a:latin typeface="Arial"/>
                <a:ea typeface="Arial"/>
                <a:cs typeface="Arial"/>
              </a:defRPr>
            </a:defPPr>
            <a:lvl1pPr algn="r">
              <a:defRPr sz="1500" b="0">
                <a:solidFill>
                  <a:srgbClr val="63796E"/>
                </a:solidFill>
                <a:latin typeface="Arial"/>
                <a:ea typeface="Arial"/>
                <a:cs typeface="Arial"/>
              </a:defRPr>
            </a:lvl1pPr>
            <a:lvl2pPr algn="r">
              <a:defRPr sz="1500" b="0">
                <a:solidFill>
                  <a:srgbClr val="63796E"/>
                </a:solidFill>
                <a:latin typeface="Arial"/>
                <a:ea typeface="Arial"/>
                <a:cs typeface="Arial"/>
              </a:defRPr>
            </a:lvl2pPr>
            <a:lvl3pPr algn="r">
              <a:defRPr sz="1500" b="0">
                <a:solidFill>
                  <a:srgbClr val="63796E"/>
                </a:solidFill>
                <a:latin typeface="Arial"/>
                <a:ea typeface="Arial"/>
                <a:cs typeface="Arial"/>
              </a:defRPr>
            </a:lvl3pPr>
            <a:lvl4pPr algn="r">
              <a:defRPr sz="1500" b="0">
                <a:solidFill>
                  <a:srgbClr val="63796E"/>
                </a:solidFill>
                <a:latin typeface="Arial"/>
                <a:ea typeface="Arial"/>
                <a:cs typeface="Arial"/>
              </a:defRPr>
            </a:lvl4pPr>
            <a:lvl5pPr algn="r">
              <a:defRPr sz="1500" b="0">
                <a:solidFill>
                  <a:srgbClr val="63796E"/>
                </a:solidFill>
                <a:latin typeface="Arial"/>
                <a:ea typeface="Arial"/>
                <a:cs typeface="Arial"/>
              </a:defRPr>
            </a:lvl5pPr>
            <a:lvl6pPr algn="r">
              <a:defRPr sz="1500" b="0">
                <a:solidFill>
                  <a:srgbClr val="63796E"/>
                </a:solidFill>
                <a:latin typeface="Arial"/>
                <a:ea typeface="Arial"/>
                <a:cs typeface="Arial"/>
              </a:defRPr>
            </a:lvl6pPr>
            <a:lvl7pPr algn="r">
              <a:defRPr sz="1500" b="0">
                <a:solidFill>
                  <a:srgbClr val="63796E"/>
                </a:solidFill>
                <a:latin typeface="Arial"/>
                <a:ea typeface="Arial"/>
                <a:cs typeface="Arial"/>
              </a:defRPr>
            </a:lvl7pPr>
            <a:lvl8pPr algn="r">
              <a:defRPr sz="1500" b="0">
                <a:solidFill>
                  <a:srgbClr val="63796E"/>
                </a:solidFill>
                <a:latin typeface="Arial"/>
                <a:ea typeface="Arial"/>
                <a:cs typeface="Arial"/>
              </a:defRPr>
            </a:lvl8pPr>
            <a:lvl9pPr algn="r">
              <a:defRPr sz="1500" b="0">
                <a:solidFill>
                  <a:srgbClr val="63796E"/>
                </a:solidFill>
                <a:latin typeface="Arial"/>
                <a:ea typeface="Arial"/>
                <a:cs typeface="Arial"/>
              </a:defRPr>
            </a:lvl9pPr>
          </a:lstStyle>
          <a:p xmlns:a="http://schemas.openxmlformats.org/drawingml/2006/main">
            <a:pPr algn="r">
              <a:defRPr sz="1500" b="0">
                <a:solidFill>
                  <a:srgbClr val="63796E"/>
                </a:solidFill>
                <a:latin typeface="Arial"/>
                <a:ea typeface="Arial"/>
                <a:cs typeface="Arial"/>
              </a:defRPr>
            </a:pPr>
            <a:r>
              <a:rPr sz="1500" b="0">
                <a:solidFill>
                  <a:srgbClr val="63796E"/>
                </a:solidFill>
                <a:latin typeface="Arial"/>
                <a:ea typeface="Arial"/>
                <a:cs typeface="Arial"/>
              </a:rPr>
              <a:t>02</a:t>
            </a:r>
          </a:p>
        </p:txBody>
      </p:sp>
      <p:pic>
        <p:nvPicPr>
          <p:cNvPr id="6" name="">
            <a:extLst xmlns:a="http://schemas.openxmlformats.org/drawingml/2006/main">
              <a:ext uri="{FF2B5EF4-FFF2-40B4-BE49-F238E27FC236}">
                <a16:creationId xmlns:a16="http://schemas.microsoft.com/office/drawing/2014/main" id="{D4A586A8-D419-45FD-89A3-002ACE6487BE}"/>
              </a:ext>
            </a:extLst>
          </p:cNvPr>
          <p:cNvPicPr>
            <a:picLocks xmlns:a="http://schemas.openxmlformats.org/drawingml/2006/main" noChangeAspect="1"/>
          </p:cNvPicPr>
          <p:nvPr/>
        </p:nvPicPr>
        <p:blipFill>
          <a:blip xmlns:r="http://schemas.openxmlformats.org/officeDocument/2006/relationships" xmlns:a="http://schemas.openxmlformats.org/drawingml/2006/main" r:embed="Rdb7ac6610e5f4f7f"/>
          <a:stretch xmlns:a="http://schemas.openxmlformats.org/drawingml/2006/main"/>
        </p:blipFill>
        <p:spPr>
          <a:xfrm xmlns:a="http://schemas.openxmlformats.org/drawingml/2006/main">
            <a:off x="609600" y="1962150"/>
            <a:ext cx="7048500" cy="3524250"/>
          </a:xfrm>
          <a:prstGeom xmlns:a="http://schemas.openxmlformats.org/drawingml/2006/main" prst="rect">
            <a:avLst/>
          </a:prstGeom>
        </p:spPr>
      </p:pic>
      <p:sp>
        <p:nvSpPr>
          <p:cNvPr id="7" name="Correct order">
            <a:extLst xmlns:a="http://schemas.openxmlformats.org/drawingml/2006/main">
              <a:ext uri="{FF2B5EF4-FFF2-40B4-BE49-F238E27FC236}">
                <a16:creationId xmlns:a16="http://schemas.microsoft.com/office/drawing/2014/main" id="{7F299F4D-EB17-4AD8-905E-C2F26B82BAC8}"/>
              </a:ext>
            </a:extLst>
          </p:cNvPr>
          <p:cNvSpPr>
            <a:spLocks xmlns:a="http://schemas.openxmlformats.org/drawingml/2006/main" noGrp="1"/>
          </p:cNvSpPr>
          <p:nvPr/>
        </p:nvSpPr>
        <p:spPr>
          <a:xfrm xmlns:a="http://schemas.openxmlformats.org/drawingml/2006/main">
            <a:off x="8096250" y="19240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85F"/>
                </a:solidFill>
                <a:latin typeface="Arial"/>
                <a:ea typeface="Arial"/>
                <a:cs typeface="Arial"/>
              </a:defRPr>
            </a:defPPr>
            <a:lvl1pPr algn="l">
              <a:defRPr sz="2250" b="1">
                <a:solidFill>
                  <a:srgbClr val="22785F"/>
                </a:solidFill>
                <a:latin typeface="Arial"/>
                <a:ea typeface="Arial"/>
                <a:cs typeface="Arial"/>
              </a:defRPr>
            </a:lvl1pPr>
            <a:lvl2pPr algn="l">
              <a:defRPr sz="2250" b="1">
                <a:solidFill>
                  <a:srgbClr val="22785F"/>
                </a:solidFill>
                <a:latin typeface="Arial"/>
                <a:ea typeface="Arial"/>
                <a:cs typeface="Arial"/>
              </a:defRPr>
            </a:lvl2pPr>
            <a:lvl3pPr algn="l">
              <a:defRPr sz="2250" b="1">
                <a:solidFill>
                  <a:srgbClr val="22785F"/>
                </a:solidFill>
                <a:latin typeface="Arial"/>
                <a:ea typeface="Arial"/>
                <a:cs typeface="Arial"/>
              </a:defRPr>
            </a:lvl3pPr>
            <a:lvl4pPr algn="l">
              <a:defRPr sz="2250" b="1">
                <a:solidFill>
                  <a:srgbClr val="22785F"/>
                </a:solidFill>
                <a:latin typeface="Arial"/>
                <a:ea typeface="Arial"/>
                <a:cs typeface="Arial"/>
              </a:defRPr>
            </a:lvl4pPr>
            <a:lvl5pPr algn="l">
              <a:defRPr sz="2250" b="1">
                <a:solidFill>
                  <a:srgbClr val="22785F"/>
                </a:solidFill>
                <a:latin typeface="Arial"/>
                <a:ea typeface="Arial"/>
                <a:cs typeface="Arial"/>
              </a:defRPr>
            </a:lvl5pPr>
            <a:lvl6pPr algn="l">
              <a:defRPr sz="2250" b="1">
                <a:solidFill>
                  <a:srgbClr val="22785F"/>
                </a:solidFill>
                <a:latin typeface="Arial"/>
                <a:ea typeface="Arial"/>
                <a:cs typeface="Arial"/>
              </a:defRPr>
            </a:lvl6pPr>
            <a:lvl7pPr algn="l">
              <a:defRPr sz="2250" b="1">
                <a:solidFill>
                  <a:srgbClr val="22785F"/>
                </a:solidFill>
                <a:latin typeface="Arial"/>
                <a:ea typeface="Arial"/>
                <a:cs typeface="Arial"/>
              </a:defRPr>
            </a:lvl7pPr>
            <a:lvl8pPr algn="l">
              <a:defRPr sz="2250" b="1">
                <a:solidFill>
                  <a:srgbClr val="22785F"/>
                </a:solidFill>
                <a:latin typeface="Arial"/>
                <a:ea typeface="Arial"/>
                <a:cs typeface="Arial"/>
              </a:defRPr>
            </a:lvl8pPr>
            <a:lvl9pPr algn="l">
              <a:defRPr sz="2250" b="1">
                <a:solidFill>
                  <a:srgbClr val="22785F"/>
                </a:solidFill>
                <a:latin typeface="Arial"/>
                <a:ea typeface="Arial"/>
                <a:cs typeface="Arial"/>
              </a:defRPr>
            </a:lvl9pPr>
          </a:lstStyle>
          <a:p xmlns:a="http://schemas.openxmlformats.org/drawingml/2006/main">
            <a:pPr algn="l">
              <a:defRPr sz="2250" b="1">
                <a:solidFill>
                  <a:srgbClr val="22785F"/>
                </a:solidFill>
                <a:latin typeface="Arial"/>
                <a:ea typeface="Arial"/>
                <a:cs typeface="Arial"/>
              </a:defRPr>
            </a:pPr>
            <a:r>
              <a:rPr sz="2250" b="1">
                <a:solidFill>
                  <a:srgbClr val="22785F"/>
                </a:solidFill>
                <a:latin typeface="Arial"/>
                <a:ea typeface="Arial"/>
                <a:cs typeface="Arial"/>
              </a:rPr>
              <a:t>Correct order</a:t>
            </a:r>
          </a:p>
        </p:txBody>
      </p:sp>
      <p:sp>
        <p:nvSpPr>
          <p:cNvPr id="8" name="1  2  3  4  5  6">
            <a:extLst xmlns:a="http://schemas.openxmlformats.org/drawingml/2006/main">
              <a:ext uri="{FF2B5EF4-FFF2-40B4-BE49-F238E27FC236}">
                <a16:creationId xmlns:a16="http://schemas.microsoft.com/office/drawing/2014/main" id="{B04858AA-00A3-4D1D-B6EB-EEC4B137736B}"/>
              </a:ext>
            </a:extLst>
          </p:cNvPr>
          <p:cNvSpPr>
            <a:spLocks xmlns:a="http://schemas.openxmlformats.org/drawingml/2006/main" noGrp="1"/>
          </p:cNvSpPr>
          <p:nvPr/>
        </p:nvSpPr>
        <p:spPr>
          <a:xfrm xmlns:a="http://schemas.openxmlformats.org/drawingml/2006/main">
            <a:off x="8096250" y="245745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D3B33"/>
                </a:solidFill>
                <a:latin typeface="Arial"/>
                <a:ea typeface="Arial"/>
                <a:cs typeface="Arial"/>
              </a:defRPr>
            </a:defPPr>
            <a:lvl1pPr algn="l">
              <a:defRPr sz="2700" b="1">
                <a:solidFill>
                  <a:srgbClr val="1D3B33"/>
                </a:solidFill>
                <a:latin typeface="Arial"/>
                <a:ea typeface="Arial"/>
                <a:cs typeface="Arial"/>
              </a:defRPr>
            </a:lvl1pPr>
            <a:lvl2pPr algn="l">
              <a:defRPr sz="2700" b="1">
                <a:solidFill>
                  <a:srgbClr val="1D3B33"/>
                </a:solidFill>
                <a:latin typeface="Arial"/>
                <a:ea typeface="Arial"/>
                <a:cs typeface="Arial"/>
              </a:defRPr>
            </a:lvl2pPr>
            <a:lvl3pPr algn="l">
              <a:defRPr sz="2700" b="1">
                <a:solidFill>
                  <a:srgbClr val="1D3B33"/>
                </a:solidFill>
                <a:latin typeface="Arial"/>
                <a:ea typeface="Arial"/>
                <a:cs typeface="Arial"/>
              </a:defRPr>
            </a:lvl3pPr>
            <a:lvl4pPr algn="l">
              <a:defRPr sz="2700" b="1">
                <a:solidFill>
                  <a:srgbClr val="1D3B33"/>
                </a:solidFill>
                <a:latin typeface="Arial"/>
                <a:ea typeface="Arial"/>
                <a:cs typeface="Arial"/>
              </a:defRPr>
            </a:lvl4pPr>
            <a:lvl5pPr algn="l">
              <a:defRPr sz="2700" b="1">
                <a:solidFill>
                  <a:srgbClr val="1D3B33"/>
                </a:solidFill>
                <a:latin typeface="Arial"/>
                <a:ea typeface="Arial"/>
                <a:cs typeface="Arial"/>
              </a:defRPr>
            </a:lvl5pPr>
            <a:lvl6pPr algn="l">
              <a:defRPr sz="2700" b="1">
                <a:solidFill>
                  <a:srgbClr val="1D3B33"/>
                </a:solidFill>
                <a:latin typeface="Arial"/>
                <a:ea typeface="Arial"/>
                <a:cs typeface="Arial"/>
              </a:defRPr>
            </a:lvl6pPr>
            <a:lvl7pPr algn="l">
              <a:defRPr sz="2700" b="1">
                <a:solidFill>
                  <a:srgbClr val="1D3B33"/>
                </a:solidFill>
                <a:latin typeface="Arial"/>
                <a:ea typeface="Arial"/>
                <a:cs typeface="Arial"/>
              </a:defRPr>
            </a:lvl7pPr>
            <a:lvl8pPr algn="l">
              <a:defRPr sz="2700" b="1">
                <a:solidFill>
                  <a:srgbClr val="1D3B33"/>
                </a:solidFill>
                <a:latin typeface="Arial"/>
                <a:ea typeface="Arial"/>
                <a:cs typeface="Arial"/>
              </a:defRPr>
            </a:lvl8pPr>
            <a:lvl9pPr algn="l">
              <a:defRPr sz="2700" b="1">
                <a:solidFill>
                  <a:srgbClr val="1D3B33"/>
                </a:solidFill>
                <a:latin typeface="Arial"/>
                <a:ea typeface="Arial"/>
                <a:cs typeface="Arial"/>
              </a:defRPr>
            </a:lvl9pPr>
          </a:lstStyle>
          <a:p xmlns:a="http://schemas.openxmlformats.org/drawingml/2006/main">
            <a:pPr algn="l">
              <a:defRPr sz="2700" b="1">
                <a:solidFill>
                  <a:srgbClr val="1D3B33"/>
                </a:solidFill>
                <a:latin typeface="Arial"/>
                <a:ea typeface="Arial"/>
                <a:cs typeface="Arial"/>
              </a:defRPr>
            </a:pPr>
            <a:r>
              <a:rPr sz="2700" b="1">
                <a:solidFill>
                  <a:srgbClr val="1D3B33"/>
                </a:solidFill>
                <a:latin typeface="Arial"/>
                <a:ea typeface="Arial"/>
                <a:cs typeface="Arial"/>
              </a:rPr>
              <a:t>1  2  3  4  5  6</a:t>
            </a:r>
          </a:p>
        </p:txBody>
      </p:sp>
      <p:sp>
        <p:nvSpPr>
          <p:cNvPr id="9" name="Recognized washing time">
            <a:extLst xmlns:a="http://schemas.openxmlformats.org/drawingml/2006/main">
              <a:ext uri="{FF2B5EF4-FFF2-40B4-BE49-F238E27FC236}">
                <a16:creationId xmlns:a16="http://schemas.microsoft.com/office/drawing/2014/main" id="{C709A3D1-02D0-4CFD-97F8-F3A1ADAFDB61}"/>
              </a:ext>
            </a:extLst>
          </p:cNvPr>
          <p:cNvSpPr>
            <a:spLocks xmlns:a="http://schemas.openxmlformats.org/drawingml/2006/main" noGrp="1"/>
          </p:cNvSpPr>
          <p:nvPr/>
        </p:nvSpPr>
        <p:spPr>
          <a:xfrm xmlns:a="http://schemas.openxmlformats.org/drawingml/2006/main">
            <a:off x="8096250" y="346710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2785F"/>
                </a:solidFill>
                <a:latin typeface="Arial"/>
                <a:ea typeface="Arial"/>
                <a:cs typeface="Arial"/>
              </a:defRPr>
            </a:defPPr>
            <a:lvl1pPr algn="l">
              <a:defRPr sz="2175" b="1">
                <a:solidFill>
                  <a:srgbClr val="22785F"/>
                </a:solidFill>
                <a:latin typeface="Arial"/>
                <a:ea typeface="Arial"/>
                <a:cs typeface="Arial"/>
              </a:defRPr>
            </a:lvl1pPr>
            <a:lvl2pPr algn="l">
              <a:defRPr sz="2175" b="1">
                <a:solidFill>
                  <a:srgbClr val="22785F"/>
                </a:solidFill>
                <a:latin typeface="Arial"/>
                <a:ea typeface="Arial"/>
                <a:cs typeface="Arial"/>
              </a:defRPr>
            </a:lvl2pPr>
            <a:lvl3pPr algn="l">
              <a:defRPr sz="2175" b="1">
                <a:solidFill>
                  <a:srgbClr val="22785F"/>
                </a:solidFill>
                <a:latin typeface="Arial"/>
                <a:ea typeface="Arial"/>
                <a:cs typeface="Arial"/>
              </a:defRPr>
            </a:lvl3pPr>
            <a:lvl4pPr algn="l">
              <a:defRPr sz="2175" b="1">
                <a:solidFill>
                  <a:srgbClr val="22785F"/>
                </a:solidFill>
                <a:latin typeface="Arial"/>
                <a:ea typeface="Arial"/>
                <a:cs typeface="Arial"/>
              </a:defRPr>
            </a:lvl4pPr>
            <a:lvl5pPr algn="l">
              <a:defRPr sz="2175" b="1">
                <a:solidFill>
                  <a:srgbClr val="22785F"/>
                </a:solidFill>
                <a:latin typeface="Arial"/>
                <a:ea typeface="Arial"/>
                <a:cs typeface="Arial"/>
              </a:defRPr>
            </a:lvl5pPr>
            <a:lvl6pPr algn="l">
              <a:defRPr sz="2175" b="1">
                <a:solidFill>
                  <a:srgbClr val="22785F"/>
                </a:solidFill>
                <a:latin typeface="Arial"/>
                <a:ea typeface="Arial"/>
                <a:cs typeface="Arial"/>
              </a:defRPr>
            </a:lvl6pPr>
            <a:lvl7pPr algn="l">
              <a:defRPr sz="2175" b="1">
                <a:solidFill>
                  <a:srgbClr val="22785F"/>
                </a:solidFill>
                <a:latin typeface="Arial"/>
                <a:ea typeface="Arial"/>
                <a:cs typeface="Arial"/>
              </a:defRPr>
            </a:lvl7pPr>
            <a:lvl8pPr algn="l">
              <a:defRPr sz="2175" b="1">
                <a:solidFill>
                  <a:srgbClr val="22785F"/>
                </a:solidFill>
                <a:latin typeface="Arial"/>
                <a:ea typeface="Arial"/>
                <a:cs typeface="Arial"/>
              </a:defRPr>
            </a:lvl8pPr>
            <a:lvl9pPr algn="l">
              <a:defRPr sz="2175" b="1">
                <a:solidFill>
                  <a:srgbClr val="22785F"/>
                </a:solidFill>
                <a:latin typeface="Arial"/>
                <a:ea typeface="Arial"/>
                <a:cs typeface="Arial"/>
              </a:defRPr>
            </a:lvl9pPr>
          </a:lstStyle>
          <a:p xmlns:a="http://schemas.openxmlformats.org/drawingml/2006/main">
            <a:pPr algn="l">
              <a:defRPr sz="2175" b="1">
                <a:solidFill>
                  <a:srgbClr val="22785F"/>
                </a:solidFill>
                <a:latin typeface="Arial"/>
                <a:ea typeface="Arial"/>
                <a:cs typeface="Arial"/>
              </a:defRPr>
            </a:pPr>
            <a:r>
              <a:rPr sz="2175" b="1">
                <a:solidFill>
                  <a:srgbClr val="22785F"/>
                </a:solidFill>
                <a:latin typeface="Arial"/>
                <a:ea typeface="Arial"/>
                <a:cs typeface="Arial"/>
              </a:rPr>
              <a:t>Recognized washing time</a:t>
            </a:r>
          </a:p>
        </p:txBody>
      </p:sp>
      <p:sp>
        <p:nvSpPr>
          <p:cNvPr id="10" name="≥ 40 seconds">
            <a:extLst xmlns:a="http://schemas.openxmlformats.org/drawingml/2006/main">
              <a:ext uri="{FF2B5EF4-FFF2-40B4-BE49-F238E27FC236}">
                <a16:creationId xmlns:a16="http://schemas.microsoft.com/office/drawing/2014/main" id="{02DBB638-4557-463A-BE00-E8C44C4B53BF}"/>
              </a:ext>
            </a:extLst>
          </p:cNvPr>
          <p:cNvSpPr>
            <a:spLocks xmlns:a="http://schemas.openxmlformats.org/drawingml/2006/main" noGrp="1"/>
          </p:cNvSpPr>
          <p:nvPr/>
        </p:nvSpPr>
        <p:spPr>
          <a:xfrm xmlns:a="http://schemas.openxmlformats.org/drawingml/2006/main">
            <a:off x="8096250" y="42291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D3B33"/>
                </a:solidFill>
                <a:latin typeface="Arial"/>
                <a:ea typeface="Arial"/>
                <a:cs typeface="Arial"/>
              </a:defRPr>
            </a:defPPr>
            <a:lvl1pPr algn="l">
              <a:defRPr sz="3150" b="1">
                <a:solidFill>
                  <a:srgbClr val="1D3B33"/>
                </a:solidFill>
                <a:latin typeface="Arial"/>
                <a:ea typeface="Arial"/>
                <a:cs typeface="Arial"/>
              </a:defRPr>
            </a:lvl1pPr>
            <a:lvl2pPr algn="l">
              <a:defRPr sz="3150" b="1">
                <a:solidFill>
                  <a:srgbClr val="1D3B33"/>
                </a:solidFill>
                <a:latin typeface="Arial"/>
                <a:ea typeface="Arial"/>
                <a:cs typeface="Arial"/>
              </a:defRPr>
            </a:lvl2pPr>
            <a:lvl3pPr algn="l">
              <a:defRPr sz="3150" b="1">
                <a:solidFill>
                  <a:srgbClr val="1D3B33"/>
                </a:solidFill>
                <a:latin typeface="Arial"/>
                <a:ea typeface="Arial"/>
                <a:cs typeface="Arial"/>
              </a:defRPr>
            </a:lvl3pPr>
            <a:lvl4pPr algn="l">
              <a:defRPr sz="3150" b="1">
                <a:solidFill>
                  <a:srgbClr val="1D3B33"/>
                </a:solidFill>
                <a:latin typeface="Arial"/>
                <a:ea typeface="Arial"/>
                <a:cs typeface="Arial"/>
              </a:defRPr>
            </a:lvl4pPr>
            <a:lvl5pPr algn="l">
              <a:defRPr sz="3150" b="1">
                <a:solidFill>
                  <a:srgbClr val="1D3B33"/>
                </a:solidFill>
                <a:latin typeface="Arial"/>
                <a:ea typeface="Arial"/>
                <a:cs typeface="Arial"/>
              </a:defRPr>
            </a:lvl5pPr>
            <a:lvl6pPr algn="l">
              <a:defRPr sz="3150" b="1">
                <a:solidFill>
                  <a:srgbClr val="1D3B33"/>
                </a:solidFill>
                <a:latin typeface="Arial"/>
                <a:ea typeface="Arial"/>
                <a:cs typeface="Arial"/>
              </a:defRPr>
            </a:lvl6pPr>
            <a:lvl7pPr algn="l">
              <a:defRPr sz="3150" b="1">
                <a:solidFill>
                  <a:srgbClr val="1D3B33"/>
                </a:solidFill>
                <a:latin typeface="Arial"/>
                <a:ea typeface="Arial"/>
                <a:cs typeface="Arial"/>
              </a:defRPr>
            </a:lvl7pPr>
            <a:lvl8pPr algn="l">
              <a:defRPr sz="3150" b="1">
                <a:solidFill>
                  <a:srgbClr val="1D3B33"/>
                </a:solidFill>
                <a:latin typeface="Arial"/>
                <a:ea typeface="Arial"/>
                <a:cs typeface="Arial"/>
              </a:defRPr>
            </a:lvl8pPr>
            <a:lvl9pPr algn="l">
              <a:defRPr sz="3150" b="1">
                <a:solidFill>
                  <a:srgbClr val="1D3B33"/>
                </a:solidFill>
                <a:latin typeface="Arial"/>
                <a:ea typeface="Arial"/>
                <a:cs typeface="Arial"/>
              </a:defRPr>
            </a:lvl9pPr>
          </a:lstStyle>
          <a:p xmlns:a="http://schemas.openxmlformats.org/drawingml/2006/main">
            <a:pPr algn="l">
              <a:defRPr sz="3150" b="1">
                <a:solidFill>
                  <a:srgbClr val="1D3B33"/>
                </a:solidFill>
                <a:latin typeface="Arial"/>
                <a:ea typeface="Arial"/>
                <a:cs typeface="Arial"/>
              </a:defRPr>
            </a:pPr>
            <a:r>
              <a:rPr sz="3150" b="1">
                <a:solidFill>
                  <a:srgbClr val="1D3B33"/>
                </a:solidFill>
                <a:latin typeface="Arial"/>
                <a:ea typeface="Arial"/>
                <a:cs typeface="Arial"/>
              </a:rPr>
              <a:t>≥ 40 seconds</a:t>
            </a:r>
          </a:p>
        </p:txBody>
      </p:sp>
      <p:sp>
        <p:nvSpPr>
          <p:cNvPr id="11" name="Background time is excluded">
            <a:extLst xmlns:a="http://schemas.openxmlformats.org/drawingml/2006/main">
              <a:ext uri="{FF2B5EF4-FFF2-40B4-BE49-F238E27FC236}">
                <a16:creationId xmlns:a16="http://schemas.microsoft.com/office/drawing/2014/main" id="{ED3535AC-7DEC-4127-B928-C5DFCDB14D41}"/>
              </a:ext>
            </a:extLst>
          </p:cNvPr>
          <p:cNvSpPr>
            <a:spLocks xmlns:a="http://schemas.openxmlformats.org/drawingml/2006/main" noGrp="1"/>
          </p:cNvSpPr>
          <p:nvPr/>
        </p:nvSpPr>
        <p:spPr>
          <a:xfrm xmlns:a="http://schemas.openxmlformats.org/drawingml/2006/main">
            <a:off x="8096250" y="50482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796E"/>
                </a:solidFill>
                <a:latin typeface="Arial"/>
                <a:ea typeface="Arial"/>
                <a:cs typeface="Arial"/>
              </a:defRPr>
            </a:defPPr>
            <a:lvl1pPr algn="l">
              <a:defRPr sz="1800" b="0">
                <a:solidFill>
                  <a:srgbClr val="63796E"/>
                </a:solidFill>
                <a:latin typeface="Arial"/>
                <a:ea typeface="Arial"/>
                <a:cs typeface="Arial"/>
              </a:defRPr>
            </a:lvl1pPr>
            <a:lvl2pPr algn="l">
              <a:defRPr sz="1800" b="0">
                <a:solidFill>
                  <a:srgbClr val="63796E"/>
                </a:solidFill>
                <a:latin typeface="Arial"/>
                <a:ea typeface="Arial"/>
                <a:cs typeface="Arial"/>
              </a:defRPr>
            </a:lvl2pPr>
            <a:lvl3pPr algn="l">
              <a:defRPr sz="1800" b="0">
                <a:solidFill>
                  <a:srgbClr val="63796E"/>
                </a:solidFill>
                <a:latin typeface="Arial"/>
                <a:ea typeface="Arial"/>
                <a:cs typeface="Arial"/>
              </a:defRPr>
            </a:lvl3pPr>
            <a:lvl4pPr algn="l">
              <a:defRPr sz="1800" b="0">
                <a:solidFill>
                  <a:srgbClr val="63796E"/>
                </a:solidFill>
                <a:latin typeface="Arial"/>
                <a:ea typeface="Arial"/>
                <a:cs typeface="Arial"/>
              </a:defRPr>
            </a:lvl4pPr>
            <a:lvl5pPr algn="l">
              <a:defRPr sz="1800" b="0">
                <a:solidFill>
                  <a:srgbClr val="63796E"/>
                </a:solidFill>
                <a:latin typeface="Arial"/>
                <a:ea typeface="Arial"/>
                <a:cs typeface="Arial"/>
              </a:defRPr>
            </a:lvl5pPr>
            <a:lvl6pPr algn="l">
              <a:defRPr sz="1800" b="0">
                <a:solidFill>
                  <a:srgbClr val="63796E"/>
                </a:solidFill>
                <a:latin typeface="Arial"/>
                <a:ea typeface="Arial"/>
                <a:cs typeface="Arial"/>
              </a:defRPr>
            </a:lvl6pPr>
            <a:lvl7pPr algn="l">
              <a:defRPr sz="1800" b="0">
                <a:solidFill>
                  <a:srgbClr val="63796E"/>
                </a:solidFill>
                <a:latin typeface="Arial"/>
                <a:ea typeface="Arial"/>
                <a:cs typeface="Arial"/>
              </a:defRPr>
            </a:lvl7pPr>
            <a:lvl8pPr algn="l">
              <a:defRPr sz="1800" b="0">
                <a:solidFill>
                  <a:srgbClr val="63796E"/>
                </a:solidFill>
                <a:latin typeface="Arial"/>
                <a:ea typeface="Arial"/>
                <a:cs typeface="Arial"/>
              </a:defRPr>
            </a:lvl8pPr>
            <a:lvl9pPr algn="l">
              <a:defRPr sz="1800" b="0">
                <a:solidFill>
                  <a:srgbClr val="63796E"/>
                </a:solidFill>
                <a:latin typeface="Arial"/>
                <a:ea typeface="Arial"/>
                <a:cs typeface="Arial"/>
              </a:defRPr>
            </a:lvl9pPr>
          </a:lstStyle>
          <a:p xmlns:a="http://schemas.openxmlformats.org/drawingml/2006/main">
            <a:pPr algn="l">
              <a:defRPr sz="1800" b="0">
                <a:solidFill>
                  <a:srgbClr val="63796E"/>
                </a:solidFill>
                <a:latin typeface="Arial"/>
                <a:ea typeface="Arial"/>
                <a:cs typeface="Arial"/>
              </a:defRPr>
            </a:pPr>
            <a:r>
              <a:rPr sz="1800" b="0">
                <a:solidFill>
                  <a:srgbClr val="63796E"/>
                </a:solidFill>
                <a:latin typeface="Arial"/>
                <a:ea typeface="Arial"/>
                <a:cs typeface="Arial"/>
              </a:rPr>
              <a:t>Background time is excluded</a:t>
            </a:r>
          </a:p>
        </p:txBody>
      </p:sp>
    </p:spTree>
    <p:extLst>
      <p:ext uri="{BB962C8B-B14F-4D97-AF65-F5344CB8AC3E}">
        <p14:creationId xmlns:p14="http://schemas.microsoft.com/office/powerpoint/2010/main" val="807441504"/>
      </p:ext>
    </p:extLst>
  </p:cSld>
</p:sld>
</file>

<file path=ppt/slides/slide3.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2" name="The self-recorded dataset">
            <a:extLst xmlns:a="http://schemas.openxmlformats.org/drawingml/2006/main">
              <a:ext uri="{FF2B5EF4-FFF2-40B4-BE49-F238E27FC236}">
                <a16:creationId xmlns:a16="http://schemas.microsoft.com/office/drawing/2014/main" id="{5357D0C0-D432-4E3C-8468-CF2909753C6C}"/>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D3B33"/>
                </a:solidFill>
                <a:latin typeface="Arial"/>
                <a:ea typeface="Arial"/>
                <a:cs typeface="Arial"/>
              </a:defRPr>
            </a:defPPr>
            <a:lvl1pPr algn="l">
              <a:defRPr sz="3300" b="1">
                <a:solidFill>
                  <a:srgbClr val="1D3B33"/>
                </a:solidFill>
                <a:latin typeface="Arial"/>
                <a:ea typeface="Arial"/>
                <a:cs typeface="Arial"/>
              </a:defRPr>
            </a:lvl1pPr>
            <a:lvl2pPr algn="l">
              <a:defRPr sz="3300" b="1">
                <a:solidFill>
                  <a:srgbClr val="1D3B33"/>
                </a:solidFill>
                <a:latin typeface="Arial"/>
                <a:ea typeface="Arial"/>
                <a:cs typeface="Arial"/>
              </a:defRPr>
            </a:lvl2pPr>
            <a:lvl3pPr algn="l">
              <a:defRPr sz="3300" b="1">
                <a:solidFill>
                  <a:srgbClr val="1D3B33"/>
                </a:solidFill>
                <a:latin typeface="Arial"/>
                <a:ea typeface="Arial"/>
                <a:cs typeface="Arial"/>
              </a:defRPr>
            </a:lvl3pPr>
            <a:lvl4pPr algn="l">
              <a:defRPr sz="3300" b="1">
                <a:solidFill>
                  <a:srgbClr val="1D3B33"/>
                </a:solidFill>
                <a:latin typeface="Arial"/>
                <a:ea typeface="Arial"/>
                <a:cs typeface="Arial"/>
              </a:defRPr>
            </a:lvl4pPr>
            <a:lvl5pPr algn="l">
              <a:defRPr sz="3300" b="1">
                <a:solidFill>
                  <a:srgbClr val="1D3B33"/>
                </a:solidFill>
                <a:latin typeface="Arial"/>
                <a:ea typeface="Arial"/>
                <a:cs typeface="Arial"/>
              </a:defRPr>
            </a:lvl5pPr>
            <a:lvl6pPr algn="l">
              <a:defRPr sz="3300" b="1">
                <a:solidFill>
                  <a:srgbClr val="1D3B33"/>
                </a:solidFill>
                <a:latin typeface="Arial"/>
                <a:ea typeface="Arial"/>
                <a:cs typeface="Arial"/>
              </a:defRPr>
            </a:lvl6pPr>
            <a:lvl7pPr algn="l">
              <a:defRPr sz="3300" b="1">
                <a:solidFill>
                  <a:srgbClr val="1D3B33"/>
                </a:solidFill>
                <a:latin typeface="Arial"/>
                <a:ea typeface="Arial"/>
                <a:cs typeface="Arial"/>
              </a:defRPr>
            </a:lvl7pPr>
            <a:lvl8pPr algn="l">
              <a:defRPr sz="3300" b="1">
                <a:solidFill>
                  <a:srgbClr val="1D3B33"/>
                </a:solidFill>
                <a:latin typeface="Arial"/>
                <a:ea typeface="Arial"/>
                <a:cs typeface="Arial"/>
              </a:defRPr>
            </a:lvl8pPr>
            <a:lvl9pPr algn="l">
              <a:defRPr sz="3300" b="1">
                <a:solidFill>
                  <a:srgbClr val="1D3B33"/>
                </a:solidFill>
                <a:latin typeface="Arial"/>
                <a:ea typeface="Arial"/>
                <a:cs typeface="Arial"/>
              </a:defRPr>
            </a:lvl9pPr>
          </a:lstStyle>
          <a:p xmlns:a="http://schemas.openxmlformats.org/drawingml/2006/main">
            <a:pPr algn="l">
              <a:defRPr sz="3300" b="1">
                <a:solidFill>
                  <a:srgbClr val="1D3B33"/>
                </a:solidFill>
                <a:latin typeface="Arial"/>
                <a:ea typeface="Arial"/>
                <a:cs typeface="Arial"/>
              </a:defRPr>
            </a:pPr>
            <a:r>
              <a:rPr sz="3300" b="1">
                <a:solidFill>
                  <a:srgbClr val="1D3B33"/>
                </a:solidFill>
                <a:latin typeface="Arial"/>
                <a:ea typeface="Arial"/>
                <a:cs typeface="Arial"/>
              </a:rPr>
              <a:t>The self-recorded dataset</a:t>
            </a:r>
          </a:p>
        </p:txBody>
      </p:sp>
      <p:sp>
        <p:nvSpPr>
          <p:cNvPr id="3" name="GROUP 43  /  FINAL PROJECT">
            <a:extLst xmlns:a="http://schemas.openxmlformats.org/drawingml/2006/main">
              <a:ext uri="{FF2B5EF4-FFF2-40B4-BE49-F238E27FC236}">
                <a16:creationId xmlns:a16="http://schemas.microsoft.com/office/drawing/2014/main" id="{F7995491-79B6-4B17-A743-4265ADF82564}"/>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796E"/>
                </a:solidFill>
                <a:latin typeface="Arial"/>
                <a:ea typeface="Arial"/>
                <a:cs typeface="Arial"/>
              </a:defRPr>
            </a:defPPr>
            <a:lvl1pPr algn="l">
              <a:defRPr sz="1200" b="0">
                <a:solidFill>
                  <a:srgbClr val="63796E"/>
                </a:solidFill>
                <a:latin typeface="Arial"/>
                <a:ea typeface="Arial"/>
                <a:cs typeface="Arial"/>
              </a:defRPr>
            </a:lvl1pPr>
            <a:lvl2pPr algn="l">
              <a:defRPr sz="1200" b="0">
                <a:solidFill>
                  <a:srgbClr val="63796E"/>
                </a:solidFill>
                <a:latin typeface="Arial"/>
                <a:ea typeface="Arial"/>
                <a:cs typeface="Arial"/>
              </a:defRPr>
            </a:lvl2pPr>
            <a:lvl3pPr algn="l">
              <a:defRPr sz="1200" b="0">
                <a:solidFill>
                  <a:srgbClr val="63796E"/>
                </a:solidFill>
                <a:latin typeface="Arial"/>
                <a:ea typeface="Arial"/>
                <a:cs typeface="Arial"/>
              </a:defRPr>
            </a:lvl3pPr>
            <a:lvl4pPr algn="l">
              <a:defRPr sz="1200" b="0">
                <a:solidFill>
                  <a:srgbClr val="63796E"/>
                </a:solidFill>
                <a:latin typeface="Arial"/>
                <a:ea typeface="Arial"/>
                <a:cs typeface="Arial"/>
              </a:defRPr>
            </a:lvl4pPr>
            <a:lvl5pPr algn="l">
              <a:defRPr sz="1200" b="0">
                <a:solidFill>
                  <a:srgbClr val="63796E"/>
                </a:solidFill>
                <a:latin typeface="Arial"/>
                <a:ea typeface="Arial"/>
                <a:cs typeface="Arial"/>
              </a:defRPr>
            </a:lvl5pPr>
            <a:lvl6pPr algn="l">
              <a:defRPr sz="1200" b="0">
                <a:solidFill>
                  <a:srgbClr val="63796E"/>
                </a:solidFill>
                <a:latin typeface="Arial"/>
                <a:ea typeface="Arial"/>
                <a:cs typeface="Arial"/>
              </a:defRPr>
            </a:lvl6pPr>
            <a:lvl7pPr algn="l">
              <a:defRPr sz="1200" b="0">
                <a:solidFill>
                  <a:srgbClr val="63796E"/>
                </a:solidFill>
                <a:latin typeface="Arial"/>
                <a:ea typeface="Arial"/>
                <a:cs typeface="Arial"/>
              </a:defRPr>
            </a:lvl7pPr>
            <a:lvl8pPr algn="l">
              <a:defRPr sz="1200" b="0">
                <a:solidFill>
                  <a:srgbClr val="63796E"/>
                </a:solidFill>
                <a:latin typeface="Arial"/>
                <a:ea typeface="Arial"/>
                <a:cs typeface="Arial"/>
              </a:defRPr>
            </a:lvl8pPr>
            <a:lvl9pPr algn="l">
              <a:defRPr sz="1200" b="0">
                <a:solidFill>
                  <a:srgbClr val="63796E"/>
                </a:solidFill>
                <a:latin typeface="Arial"/>
                <a:ea typeface="Arial"/>
                <a:cs typeface="Arial"/>
              </a:defRPr>
            </a:lvl9pPr>
          </a:lstStyle>
          <a:p xmlns:a="http://schemas.openxmlformats.org/drawingml/2006/main">
            <a:pPr algn="l">
              <a:defRPr sz="1200" b="0">
                <a:solidFill>
                  <a:srgbClr val="63796E"/>
                </a:solidFill>
                <a:latin typeface="Arial"/>
                <a:ea typeface="Arial"/>
                <a:cs typeface="Arial"/>
              </a:defRPr>
            </a:pPr>
            <a:r>
              <a:rPr sz="1200" b="0">
                <a:solidFill>
                  <a:srgbClr val="63796E"/>
                </a:solidFill>
                <a:latin typeface="Arial"/>
                <a:ea typeface="Arial"/>
                <a:cs typeface="Arial"/>
              </a:rPr>
              <a:t>GROUP 43  /  FINAL PROJECT</a:t>
            </a:r>
          </a:p>
        </p:txBody>
      </p:sp>
      <p:sp>
        <p:nvSpPr>
          <p:cNvPr id="4" name="03">
            <a:extLst xmlns:a="http://schemas.openxmlformats.org/drawingml/2006/main">
              <a:ext uri="{FF2B5EF4-FFF2-40B4-BE49-F238E27FC236}">
                <a16:creationId xmlns:a16="http://schemas.microsoft.com/office/drawing/2014/main" id="{633F2AE0-2B20-4D79-AE26-1126B4C132EA}"/>
              </a:ext>
            </a:extLst>
          </p:cNvPr>
          <p:cNvSpPr>
            <a:spLocks xmlns:a="http://schemas.openxmlformats.org/drawingml/2006/main" noGrp="1"/>
          </p:cNvSpPr>
          <p:nvPr/>
        </p:nvSpPr>
        <p:spPr>
          <a:xfrm xmlns:a="http://schemas.openxmlformats.org/drawingml/2006/main">
            <a:off x="11049000" y="63722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63796E"/>
                </a:solidFill>
                <a:latin typeface="Arial"/>
                <a:ea typeface="Arial"/>
                <a:cs typeface="Arial"/>
              </a:defRPr>
            </a:defPPr>
            <a:lvl1pPr algn="r">
              <a:defRPr sz="1500" b="0">
                <a:solidFill>
                  <a:srgbClr val="63796E"/>
                </a:solidFill>
                <a:latin typeface="Arial"/>
                <a:ea typeface="Arial"/>
                <a:cs typeface="Arial"/>
              </a:defRPr>
            </a:lvl1pPr>
            <a:lvl2pPr algn="r">
              <a:defRPr sz="1500" b="0">
                <a:solidFill>
                  <a:srgbClr val="63796E"/>
                </a:solidFill>
                <a:latin typeface="Arial"/>
                <a:ea typeface="Arial"/>
                <a:cs typeface="Arial"/>
              </a:defRPr>
            </a:lvl2pPr>
            <a:lvl3pPr algn="r">
              <a:defRPr sz="1500" b="0">
                <a:solidFill>
                  <a:srgbClr val="63796E"/>
                </a:solidFill>
                <a:latin typeface="Arial"/>
                <a:ea typeface="Arial"/>
                <a:cs typeface="Arial"/>
              </a:defRPr>
            </a:lvl3pPr>
            <a:lvl4pPr algn="r">
              <a:defRPr sz="1500" b="0">
                <a:solidFill>
                  <a:srgbClr val="63796E"/>
                </a:solidFill>
                <a:latin typeface="Arial"/>
                <a:ea typeface="Arial"/>
                <a:cs typeface="Arial"/>
              </a:defRPr>
            </a:lvl4pPr>
            <a:lvl5pPr algn="r">
              <a:defRPr sz="1500" b="0">
                <a:solidFill>
                  <a:srgbClr val="63796E"/>
                </a:solidFill>
                <a:latin typeface="Arial"/>
                <a:ea typeface="Arial"/>
                <a:cs typeface="Arial"/>
              </a:defRPr>
            </a:lvl5pPr>
            <a:lvl6pPr algn="r">
              <a:defRPr sz="1500" b="0">
                <a:solidFill>
                  <a:srgbClr val="63796E"/>
                </a:solidFill>
                <a:latin typeface="Arial"/>
                <a:ea typeface="Arial"/>
                <a:cs typeface="Arial"/>
              </a:defRPr>
            </a:lvl6pPr>
            <a:lvl7pPr algn="r">
              <a:defRPr sz="1500" b="0">
                <a:solidFill>
                  <a:srgbClr val="63796E"/>
                </a:solidFill>
                <a:latin typeface="Arial"/>
                <a:ea typeface="Arial"/>
                <a:cs typeface="Arial"/>
              </a:defRPr>
            </a:lvl7pPr>
            <a:lvl8pPr algn="r">
              <a:defRPr sz="1500" b="0">
                <a:solidFill>
                  <a:srgbClr val="63796E"/>
                </a:solidFill>
                <a:latin typeface="Arial"/>
                <a:ea typeface="Arial"/>
                <a:cs typeface="Arial"/>
              </a:defRPr>
            </a:lvl8pPr>
            <a:lvl9pPr algn="r">
              <a:defRPr sz="1500" b="0">
                <a:solidFill>
                  <a:srgbClr val="63796E"/>
                </a:solidFill>
                <a:latin typeface="Arial"/>
                <a:ea typeface="Arial"/>
                <a:cs typeface="Arial"/>
              </a:defRPr>
            </a:lvl9pPr>
          </a:lstStyle>
          <a:p xmlns:a="http://schemas.openxmlformats.org/drawingml/2006/main">
            <a:pPr algn="r">
              <a:defRPr sz="1500" b="0">
                <a:solidFill>
                  <a:srgbClr val="63796E"/>
                </a:solidFill>
                <a:latin typeface="Arial"/>
                <a:ea typeface="Arial"/>
                <a:cs typeface="Arial"/>
              </a:defRPr>
            </a:pPr>
            <a:r>
              <a:rPr sz="1500" b="0">
                <a:solidFill>
                  <a:srgbClr val="63796E"/>
                </a:solidFill>
                <a:latin typeface="Arial"/>
                <a:ea typeface="Arial"/>
                <a:cs typeface="Arial"/>
              </a:rPr>
              <a:t>03</a:t>
            </a:r>
          </a:p>
        </p:txBody>
      </p:sp>
      <p:sp>
        <p:nvSpPr>
          <p:cNvPr id="5" name="6,987">
            <a:extLst xmlns:a="http://schemas.openxmlformats.org/drawingml/2006/main">
              <a:ext uri="{FF2B5EF4-FFF2-40B4-BE49-F238E27FC236}">
                <a16:creationId xmlns:a16="http://schemas.microsoft.com/office/drawing/2014/main" id="{5AF343A8-AF9D-4DB9-8E38-7151754AFBC4}"/>
              </a:ext>
            </a:extLst>
          </p:cNvPr>
          <p:cNvSpPr>
            <a:spLocks xmlns:a="http://schemas.openxmlformats.org/drawingml/2006/main" noGrp="1"/>
          </p:cNvSpPr>
          <p:nvPr/>
        </p:nvSpPr>
        <p:spPr>
          <a:xfrm xmlns:a="http://schemas.openxmlformats.org/drawingml/2006/main">
            <a:off x="609600" y="1676400"/>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22785F"/>
                </a:solidFill>
                <a:latin typeface="Arial"/>
                <a:ea typeface="Arial"/>
                <a:cs typeface="Arial"/>
              </a:defRPr>
            </a:defPPr>
            <a:lvl1pPr algn="l">
              <a:defRPr sz="7500" b="1">
                <a:solidFill>
                  <a:srgbClr val="22785F"/>
                </a:solidFill>
                <a:latin typeface="Arial"/>
                <a:ea typeface="Arial"/>
                <a:cs typeface="Arial"/>
              </a:defRPr>
            </a:lvl1pPr>
            <a:lvl2pPr algn="l">
              <a:defRPr sz="7500" b="1">
                <a:solidFill>
                  <a:srgbClr val="22785F"/>
                </a:solidFill>
                <a:latin typeface="Arial"/>
                <a:ea typeface="Arial"/>
                <a:cs typeface="Arial"/>
              </a:defRPr>
            </a:lvl2pPr>
            <a:lvl3pPr algn="l">
              <a:defRPr sz="7500" b="1">
                <a:solidFill>
                  <a:srgbClr val="22785F"/>
                </a:solidFill>
                <a:latin typeface="Arial"/>
                <a:ea typeface="Arial"/>
                <a:cs typeface="Arial"/>
              </a:defRPr>
            </a:lvl3pPr>
            <a:lvl4pPr algn="l">
              <a:defRPr sz="7500" b="1">
                <a:solidFill>
                  <a:srgbClr val="22785F"/>
                </a:solidFill>
                <a:latin typeface="Arial"/>
                <a:ea typeface="Arial"/>
                <a:cs typeface="Arial"/>
              </a:defRPr>
            </a:lvl4pPr>
            <a:lvl5pPr algn="l">
              <a:defRPr sz="7500" b="1">
                <a:solidFill>
                  <a:srgbClr val="22785F"/>
                </a:solidFill>
                <a:latin typeface="Arial"/>
                <a:ea typeface="Arial"/>
                <a:cs typeface="Arial"/>
              </a:defRPr>
            </a:lvl5pPr>
            <a:lvl6pPr algn="l">
              <a:defRPr sz="7500" b="1">
                <a:solidFill>
                  <a:srgbClr val="22785F"/>
                </a:solidFill>
                <a:latin typeface="Arial"/>
                <a:ea typeface="Arial"/>
                <a:cs typeface="Arial"/>
              </a:defRPr>
            </a:lvl6pPr>
            <a:lvl7pPr algn="l">
              <a:defRPr sz="7500" b="1">
                <a:solidFill>
                  <a:srgbClr val="22785F"/>
                </a:solidFill>
                <a:latin typeface="Arial"/>
                <a:ea typeface="Arial"/>
                <a:cs typeface="Arial"/>
              </a:defRPr>
            </a:lvl7pPr>
            <a:lvl8pPr algn="l">
              <a:defRPr sz="7500" b="1">
                <a:solidFill>
                  <a:srgbClr val="22785F"/>
                </a:solidFill>
                <a:latin typeface="Arial"/>
                <a:ea typeface="Arial"/>
                <a:cs typeface="Arial"/>
              </a:defRPr>
            </a:lvl8pPr>
            <a:lvl9pPr algn="l">
              <a:defRPr sz="7500" b="1">
                <a:solidFill>
                  <a:srgbClr val="22785F"/>
                </a:solidFill>
                <a:latin typeface="Arial"/>
                <a:ea typeface="Arial"/>
                <a:cs typeface="Arial"/>
              </a:defRPr>
            </a:lvl9pPr>
          </a:lstStyle>
          <a:p xmlns:a="http://schemas.openxmlformats.org/drawingml/2006/main">
            <a:pPr algn="l">
              <a:defRPr sz="7500" b="1">
                <a:solidFill>
                  <a:srgbClr val="22785F"/>
                </a:solidFill>
                <a:latin typeface="Arial"/>
                <a:ea typeface="Arial"/>
                <a:cs typeface="Arial"/>
              </a:defRPr>
            </a:pPr>
            <a:r>
              <a:rPr sz="7500" b="1">
                <a:solidFill>
                  <a:srgbClr val="22785F"/>
                </a:solidFill>
                <a:latin typeface="Arial"/>
                <a:ea typeface="Arial"/>
                <a:cs typeface="Arial"/>
              </a:rPr>
              <a:t>6,987</a:t>
            </a:r>
          </a:p>
        </p:txBody>
      </p:sp>
      <p:sp>
        <p:nvSpPr>
          <p:cNvPr id="6" name="sampled frames with annotations">
            <a:extLst xmlns:a="http://schemas.openxmlformats.org/drawingml/2006/main">
              <a:ext uri="{FF2B5EF4-FFF2-40B4-BE49-F238E27FC236}">
                <a16:creationId xmlns:a16="http://schemas.microsoft.com/office/drawing/2014/main" id="{0971C3E1-CAF9-4228-9204-4460DF397187}"/>
              </a:ext>
            </a:extLst>
          </p:cNvPr>
          <p:cNvSpPr>
            <a:spLocks xmlns:a="http://schemas.openxmlformats.org/drawingml/2006/main" noGrp="1"/>
          </p:cNvSpPr>
          <p:nvPr/>
        </p:nvSpPr>
        <p:spPr>
          <a:xfrm xmlns:a="http://schemas.openxmlformats.org/drawingml/2006/main">
            <a:off x="657225" y="2905125"/>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D3B33"/>
                </a:solidFill>
                <a:latin typeface="Arial"/>
                <a:ea typeface="Arial"/>
                <a:cs typeface="Arial"/>
              </a:defRPr>
            </a:defPPr>
            <a:lvl1pPr algn="l">
              <a:defRPr sz="2175" b="0">
                <a:solidFill>
                  <a:srgbClr val="1D3B33"/>
                </a:solidFill>
                <a:latin typeface="Arial"/>
                <a:ea typeface="Arial"/>
                <a:cs typeface="Arial"/>
              </a:defRPr>
            </a:lvl1pPr>
            <a:lvl2pPr algn="l">
              <a:defRPr sz="2175" b="0">
                <a:solidFill>
                  <a:srgbClr val="1D3B33"/>
                </a:solidFill>
                <a:latin typeface="Arial"/>
                <a:ea typeface="Arial"/>
                <a:cs typeface="Arial"/>
              </a:defRPr>
            </a:lvl2pPr>
            <a:lvl3pPr algn="l">
              <a:defRPr sz="2175" b="0">
                <a:solidFill>
                  <a:srgbClr val="1D3B33"/>
                </a:solidFill>
                <a:latin typeface="Arial"/>
                <a:ea typeface="Arial"/>
                <a:cs typeface="Arial"/>
              </a:defRPr>
            </a:lvl3pPr>
            <a:lvl4pPr algn="l">
              <a:defRPr sz="2175" b="0">
                <a:solidFill>
                  <a:srgbClr val="1D3B33"/>
                </a:solidFill>
                <a:latin typeface="Arial"/>
                <a:ea typeface="Arial"/>
                <a:cs typeface="Arial"/>
              </a:defRPr>
            </a:lvl4pPr>
            <a:lvl5pPr algn="l">
              <a:defRPr sz="2175" b="0">
                <a:solidFill>
                  <a:srgbClr val="1D3B33"/>
                </a:solidFill>
                <a:latin typeface="Arial"/>
                <a:ea typeface="Arial"/>
                <a:cs typeface="Arial"/>
              </a:defRPr>
            </a:lvl5pPr>
            <a:lvl6pPr algn="l">
              <a:defRPr sz="2175" b="0">
                <a:solidFill>
                  <a:srgbClr val="1D3B33"/>
                </a:solidFill>
                <a:latin typeface="Arial"/>
                <a:ea typeface="Arial"/>
                <a:cs typeface="Arial"/>
              </a:defRPr>
            </a:lvl6pPr>
            <a:lvl7pPr algn="l">
              <a:defRPr sz="2175" b="0">
                <a:solidFill>
                  <a:srgbClr val="1D3B33"/>
                </a:solidFill>
                <a:latin typeface="Arial"/>
                <a:ea typeface="Arial"/>
                <a:cs typeface="Arial"/>
              </a:defRPr>
            </a:lvl7pPr>
            <a:lvl8pPr algn="l">
              <a:defRPr sz="2175" b="0">
                <a:solidFill>
                  <a:srgbClr val="1D3B33"/>
                </a:solidFill>
                <a:latin typeface="Arial"/>
                <a:ea typeface="Arial"/>
                <a:cs typeface="Arial"/>
              </a:defRPr>
            </a:lvl8pPr>
            <a:lvl9pPr algn="l">
              <a:defRPr sz="2175" b="0">
                <a:solidFill>
                  <a:srgbClr val="1D3B33"/>
                </a:solidFill>
                <a:latin typeface="Arial"/>
                <a:ea typeface="Arial"/>
                <a:cs typeface="Arial"/>
              </a:defRPr>
            </a:lvl9pPr>
          </a:lstStyle>
          <a:p xmlns:a="http://schemas.openxmlformats.org/drawingml/2006/main">
            <a:pPr algn="l">
              <a:defRPr sz="2175" b="0">
                <a:solidFill>
                  <a:srgbClr val="1D3B33"/>
                </a:solidFill>
                <a:latin typeface="Arial"/>
                <a:ea typeface="Arial"/>
                <a:cs typeface="Arial"/>
              </a:defRPr>
            </a:pPr>
            <a:r>
              <a:rPr sz="2175" b="0">
                <a:solidFill>
                  <a:srgbClr val="1D3B33"/>
                </a:solidFill>
                <a:latin typeface="Arial"/>
                <a:ea typeface="Arial"/>
                <a:cs typeface="Arial"/>
              </a:rPr>
              <a:t>sampled frames with annotations</a:t>
            </a:r>
          </a:p>
        </p:txBody>
      </p:sp>
      <p:sp>
        <p:nvSpPr>
          <p:cNvPr id="7" name="32 recordings at approximately 5 fps">
            <a:extLst xmlns:a="http://schemas.openxmlformats.org/drawingml/2006/main">
              <a:ext uri="{FF2B5EF4-FFF2-40B4-BE49-F238E27FC236}">
                <a16:creationId xmlns:a16="http://schemas.microsoft.com/office/drawing/2014/main" id="{1C030E2D-AC9C-414E-B194-60517EBC5CCB}"/>
              </a:ext>
            </a:extLst>
          </p:cNvPr>
          <p:cNvSpPr>
            <a:spLocks xmlns:a="http://schemas.openxmlformats.org/drawingml/2006/main" noGrp="1"/>
          </p:cNvSpPr>
          <p:nvPr/>
        </p:nvSpPr>
        <p:spPr>
          <a:xfrm xmlns:a="http://schemas.openxmlformats.org/drawingml/2006/main">
            <a:off x="657225" y="3857625"/>
            <a:ext cx="457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3796E"/>
                </a:solidFill>
                <a:latin typeface="Arial"/>
                <a:ea typeface="Arial"/>
                <a:cs typeface="Arial"/>
              </a:defRPr>
            </a:defPPr>
            <a:lvl1pPr algn="l">
              <a:defRPr sz="1950" b="0">
                <a:solidFill>
                  <a:srgbClr val="63796E"/>
                </a:solidFill>
                <a:latin typeface="Arial"/>
                <a:ea typeface="Arial"/>
                <a:cs typeface="Arial"/>
              </a:defRPr>
            </a:lvl1pPr>
            <a:lvl2pPr algn="l">
              <a:defRPr sz="1950" b="0">
                <a:solidFill>
                  <a:srgbClr val="63796E"/>
                </a:solidFill>
                <a:latin typeface="Arial"/>
                <a:ea typeface="Arial"/>
                <a:cs typeface="Arial"/>
              </a:defRPr>
            </a:lvl2pPr>
            <a:lvl3pPr algn="l">
              <a:defRPr sz="1950" b="0">
                <a:solidFill>
                  <a:srgbClr val="63796E"/>
                </a:solidFill>
                <a:latin typeface="Arial"/>
                <a:ea typeface="Arial"/>
                <a:cs typeface="Arial"/>
              </a:defRPr>
            </a:lvl3pPr>
            <a:lvl4pPr algn="l">
              <a:defRPr sz="1950" b="0">
                <a:solidFill>
                  <a:srgbClr val="63796E"/>
                </a:solidFill>
                <a:latin typeface="Arial"/>
                <a:ea typeface="Arial"/>
                <a:cs typeface="Arial"/>
              </a:defRPr>
            </a:lvl4pPr>
            <a:lvl5pPr algn="l">
              <a:defRPr sz="1950" b="0">
                <a:solidFill>
                  <a:srgbClr val="63796E"/>
                </a:solidFill>
                <a:latin typeface="Arial"/>
                <a:ea typeface="Arial"/>
                <a:cs typeface="Arial"/>
              </a:defRPr>
            </a:lvl5pPr>
            <a:lvl6pPr algn="l">
              <a:defRPr sz="1950" b="0">
                <a:solidFill>
                  <a:srgbClr val="63796E"/>
                </a:solidFill>
                <a:latin typeface="Arial"/>
                <a:ea typeface="Arial"/>
                <a:cs typeface="Arial"/>
              </a:defRPr>
            </a:lvl6pPr>
            <a:lvl7pPr algn="l">
              <a:defRPr sz="1950" b="0">
                <a:solidFill>
                  <a:srgbClr val="63796E"/>
                </a:solidFill>
                <a:latin typeface="Arial"/>
                <a:ea typeface="Arial"/>
                <a:cs typeface="Arial"/>
              </a:defRPr>
            </a:lvl7pPr>
            <a:lvl8pPr algn="l">
              <a:defRPr sz="1950" b="0">
                <a:solidFill>
                  <a:srgbClr val="63796E"/>
                </a:solidFill>
                <a:latin typeface="Arial"/>
                <a:ea typeface="Arial"/>
                <a:cs typeface="Arial"/>
              </a:defRPr>
            </a:lvl8pPr>
            <a:lvl9pPr algn="l">
              <a:defRPr sz="1950" b="0">
                <a:solidFill>
                  <a:srgbClr val="63796E"/>
                </a:solidFill>
                <a:latin typeface="Arial"/>
                <a:ea typeface="Arial"/>
                <a:cs typeface="Arial"/>
              </a:defRPr>
            </a:lvl9pPr>
          </a:lstStyle>
          <a:p xmlns:a="http://schemas.openxmlformats.org/drawingml/2006/main">
            <a:pPr algn="l">
              <a:defRPr sz="1950" b="0">
                <a:solidFill>
                  <a:srgbClr val="63796E"/>
                </a:solidFill>
                <a:latin typeface="Arial"/>
                <a:ea typeface="Arial"/>
                <a:cs typeface="Arial"/>
              </a:defRPr>
            </a:pPr>
            <a:r>
              <a:rPr sz="1950" b="0">
                <a:solidFill>
                  <a:srgbClr val="63796E"/>
                </a:solidFill>
                <a:latin typeface="Arial"/>
                <a:ea typeface="Arial"/>
                <a:cs typeface="Arial"/>
              </a:rPr>
              <a:t>32 recordings at approximately 5 fps</a:t>
            </a:r>
          </a:p>
        </p:txBody>
      </p:sp>
      <p:sp>
        <p:nvSpPr>
          <p:cNvPr id="8" name="6,807 definite labels&#10;180 uncertain transition frames">
            <a:extLst xmlns:a="http://schemas.openxmlformats.org/drawingml/2006/main">
              <a:ext uri="{FF2B5EF4-FFF2-40B4-BE49-F238E27FC236}">
                <a16:creationId xmlns:a16="http://schemas.microsoft.com/office/drawing/2014/main" id="{C7075C9F-FBD1-45C3-9E4A-BC73B59C8EEF}"/>
              </a:ext>
            </a:extLst>
          </p:cNvPr>
          <p:cNvSpPr>
            <a:spLocks xmlns:a="http://schemas.openxmlformats.org/drawingml/2006/main" noGrp="1"/>
          </p:cNvSpPr>
          <p:nvPr/>
        </p:nvSpPr>
        <p:spPr>
          <a:xfrm xmlns:a="http://schemas.openxmlformats.org/drawingml/2006/main">
            <a:off x="657225" y="4943475"/>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D3B33"/>
                </a:solidFill>
                <a:latin typeface="Arial"/>
                <a:ea typeface="Arial"/>
                <a:cs typeface="Arial"/>
              </a:defRPr>
            </a:defPPr>
            <a:lvl1pPr algn="l">
              <a:defRPr sz="2025" b="0">
                <a:solidFill>
                  <a:srgbClr val="1D3B33"/>
                </a:solidFill>
                <a:latin typeface="Arial"/>
                <a:ea typeface="Arial"/>
                <a:cs typeface="Arial"/>
              </a:defRPr>
            </a:lvl1pPr>
            <a:lvl2pPr algn="l">
              <a:defRPr sz="2025" b="0">
                <a:solidFill>
                  <a:srgbClr val="1D3B33"/>
                </a:solidFill>
                <a:latin typeface="Arial"/>
                <a:ea typeface="Arial"/>
                <a:cs typeface="Arial"/>
              </a:defRPr>
            </a:lvl2pPr>
            <a:lvl3pPr algn="l">
              <a:defRPr sz="2025" b="0">
                <a:solidFill>
                  <a:srgbClr val="1D3B33"/>
                </a:solidFill>
                <a:latin typeface="Arial"/>
                <a:ea typeface="Arial"/>
                <a:cs typeface="Arial"/>
              </a:defRPr>
            </a:lvl3pPr>
            <a:lvl4pPr algn="l">
              <a:defRPr sz="2025" b="0">
                <a:solidFill>
                  <a:srgbClr val="1D3B33"/>
                </a:solidFill>
                <a:latin typeface="Arial"/>
                <a:ea typeface="Arial"/>
                <a:cs typeface="Arial"/>
              </a:defRPr>
            </a:lvl4pPr>
            <a:lvl5pPr algn="l">
              <a:defRPr sz="2025" b="0">
                <a:solidFill>
                  <a:srgbClr val="1D3B33"/>
                </a:solidFill>
                <a:latin typeface="Arial"/>
                <a:ea typeface="Arial"/>
                <a:cs typeface="Arial"/>
              </a:defRPr>
            </a:lvl5pPr>
            <a:lvl6pPr algn="l">
              <a:defRPr sz="2025" b="0">
                <a:solidFill>
                  <a:srgbClr val="1D3B33"/>
                </a:solidFill>
                <a:latin typeface="Arial"/>
                <a:ea typeface="Arial"/>
                <a:cs typeface="Arial"/>
              </a:defRPr>
            </a:lvl6pPr>
            <a:lvl7pPr algn="l">
              <a:defRPr sz="2025" b="0">
                <a:solidFill>
                  <a:srgbClr val="1D3B33"/>
                </a:solidFill>
                <a:latin typeface="Arial"/>
                <a:ea typeface="Arial"/>
                <a:cs typeface="Arial"/>
              </a:defRPr>
            </a:lvl7pPr>
            <a:lvl8pPr algn="l">
              <a:defRPr sz="2025" b="0">
                <a:solidFill>
                  <a:srgbClr val="1D3B33"/>
                </a:solidFill>
                <a:latin typeface="Arial"/>
                <a:ea typeface="Arial"/>
                <a:cs typeface="Arial"/>
              </a:defRPr>
            </a:lvl8pPr>
            <a:lvl9pPr algn="l">
              <a:defRPr sz="2025" b="0">
                <a:solidFill>
                  <a:srgbClr val="1D3B33"/>
                </a:solidFill>
                <a:latin typeface="Arial"/>
                <a:ea typeface="Arial"/>
                <a:cs typeface="Arial"/>
              </a:defRPr>
            </a:lvl9pPr>
          </a:lstStyle>
          <a:p xmlns:a="http://schemas.openxmlformats.org/drawingml/2006/main">
            <a:pPr algn="l">
              <a:defRPr sz="2025" b="0">
                <a:solidFill>
                  <a:srgbClr val="1D3B33"/>
                </a:solidFill>
                <a:latin typeface="Arial"/>
                <a:ea typeface="Arial"/>
                <a:cs typeface="Arial"/>
              </a:defRPr>
            </a:pPr>
            <a:r>
              <a:rPr sz="2025" b="0">
                <a:solidFill>
                  <a:srgbClr val="1D3B33"/>
                </a:solidFill>
                <a:latin typeface="Arial"/>
                <a:ea typeface="Arial"/>
                <a:cs typeface="Arial"/>
              </a:rPr>
              <a:t>6,807 definite labels</a:t>
            </a:r>
          </a:p>
          <a:p xmlns:a="http://schemas.openxmlformats.org/drawingml/2006/main">
            <a:pPr algn="l">
              <a:defRPr sz="2025" b="0">
                <a:solidFill>
                  <a:srgbClr val="1D3B33"/>
                </a:solidFill>
                <a:latin typeface="Arial"/>
                <a:ea typeface="Arial"/>
                <a:cs typeface="Arial"/>
              </a:defRPr>
            </a:pPr>
            <a:r>
              <a:rPr sz="2025" b="0">
                <a:solidFill>
                  <a:srgbClr val="1D3B33"/>
                </a:solidFill>
                <a:latin typeface="Arial"/>
                <a:ea typeface="Arial"/>
                <a:cs typeface="Arial"/>
              </a:rPr>
              <a:t>180 uncertain transition frames</a:t>
            </a:r>
          </a:p>
        </p:txBody>
      </p:sp>
      <p:graphicFrame>
        <p:nvGraphicFramePr>
          <p:cNvPr id="9" name="">
            <a:extLst xmlns:a="http://schemas.openxmlformats.org/drawingml/2006/main">
              <a:ext uri="{FF2B5EF4-FFF2-40B4-BE49-F238E27FC236}">
                <a16:creationId xmlns:a16="http://schemas.microsoft.com/office/drawing/2014/main" id="{590FC40F-EB54-4B4C-8387-43599CC1DF5E}"/>
              </a:ext>
            </a:extLst>
          </p:cNvPr>
          <p:cNvGraphicFramePr/>
          <p:nvPr/>
        </p:nvGraphicFramePr>
        <p:xfrm>
          <a:off xmlns:a="http://schemas.openxmlformats.org/drawingml/2006/main" x="5905500" y="1857375"/>
          <a:ext xmlns:a="http://schemas.openxmlformats.org/drawingml/2006/main" cx="5676900" cy="2781300"/>
        </p:xfrm>
        <a:graphic xmlns:a="http://schemas.openxmlformats.org/drawingml/2006/main">
          <a:graphicData uri="http://schemas.openxmlformats.org/drawingml/2006/table">
            <a:tbl>
              <a:tblPr/>
              <a:tblGrid>
                <a:gridCol w="2381250"/>
                <a:gridCol w="1333500"/>
                <a:gridCol w="1962150"/>
              </a:tblGrid>
              <a:tr h="695325">
                <a:tc>
                  <a:txBody>
                    <a:bodyPr lIns="114300" tIns="114300" rIns="114300" bIns="114300"/>
                    <a:lstStyle/>
                    <a:p>
                      <a:pPr algn="l"/>
                      <a:r>
                        <a:rPr sz="1725" b="1">
                          <a:solidFill>
                            <a:srgbClr val="FFFFFF"/>
                          </a:solidFill>
                          <a:latin typeface="Arial"/>
                          <a:ea typeface="Arial"/>
                          <a:cs typeface="Arial"/>
                        </a:rPr>
                        <a:t>Partition</a:t>
                      </a:r>
                    </a:p>
                  </a:txBody>
                  <a:tcPr marL="133350" marR="133350" marT="95250" marB="95250" anchor="ctr">
                    <a:lnL w="0">
                      <a:solidFill>
                        <a:srgbClr val="F5F6F1"/>
                      </a:solidFill>
                    </a:lnL>
                    <a:lnR w="0">
                      <a:solidFill>
                        <a:srgbClr val="F5F6F1"/>
                      </a:solidFill>
                    </a:lnR>
                    <a:lnT w="0">
                      <a:solidFill>
                        <a:srgbClr val="F5F6F1"/>
                      </a:solidFill>
                    </a:lnT>
                    <a:lnB w="0">
                      <a:solidFill>
                        <a:srgbClr val="F5F6F1"/>
                      </a:solidFill>
                    </a:lnB>
                    <a:solidFill>
                      <a:srgbClr val="1D3B33"/>
                    </a:solidFill>
                  </a:tcPr>
                </a:tc>
                <a:tc>
                  <a:txBody>
                    <a:bodyPr lIns="114300" tIns="114300" rIns="114300" bIns="114300"/>
                    <a:lstStyle/>
                    <a:p>
                      <a:pPr algn="ctr"/>
                      <a:r>
                        <a:rPr sz="1725" b="1">
                          <a:solidFill>
                            <a:srgbClr val="FFFFFF"/>
                          </a:solidFill>
                          <a:latin typeface="Arial"/>
                          <a:ea typeface="Arial"/>
                          <a:cs typeface="Arial"/>
                        </a:rPr>
                        <a:t>Videos</a:t>
                      </a:r>
                    </a:p>
                  </a:txBody>
                  <a:tcPr marL="133350" marR="133350" marT="95250" marB="95250" anchor="ctr">
                    <a:lnR w="0">
                      <a:solidFill>
                        <a:srgbClr val="F5F6F1"/>
                      </a:solidFill>
                    </a:lnR>
                    <a:lnT w="0">
                      <a:solidFill>
                        <a:srgbClr val="F5F6F1"/>
                      </a:solidFill>
                    </a:lnT>
                    <a:lnB w="0">
                      <a:solidFill>
                        <a:srgbClr val="F5F6F1"/>
                      </a:solidFill>
                    </a:lnB>
                    <a:solidFill>
                      <a:srgbClr val="1D3B33"/>
                    </a:solidFill>
                  </a:tcPr>
                </a:tc>
                <a:tc>
                  <a:txBody>
                    <a:bodyPr lIns="114300" tIns="114300" rIns="114300" bIns="114300"/>
                    <a:lstStyle/>
                    <a:p>
                      <a:pPr algn="ctr"/>
                      <a:r>
                        <a:rPr sz="1725" b="1">
                          <a:solidFill>
                            <a:srgbClr val="FFFFFF"/>
                          </a:solidFill>
                          <a:latin typeface="Arial"/>
                          <a:ea typeface="Arial"/>
                          <a:cs typeface="Arial"/>
                        </a:rPr>
                        <a:t>Frames</a:t>
                      </a:r>
                    </a:p>
                  </a:txBody>
                  <a:tcPr marL="133350" marR="133350" marT="95250" marB="95250" anchor="ctr">
                    <a:lnR w="0">
                      <a:solidFill>
                        <a:srgbClr val="F5F6F1"/>
                      </a:solidFill>
                    </a:lnR>
                    <a:lnT w="0">
                      <a:solidFill>
                        <a:srgbClr val="F5F6F1"/>
                      </a:solidFill>
                    </a:lnT>
                    <a:lnB w="0">
                      <a:solidFill>
                        <a:srgbClr val="F5F6F1"/>
                      </a:solidFill>
                    </a:lnB>
                    <a:solidFill>
                      <a:srgbClr val="1D3B33"/>
                    </a:solidFill>
                  </a:tcPr>
                </a:tc>
              </a:tr>
              <a:tr h="695325">
                <a:tc>
                  <a:txBody>
                    <a:bodyPr lIns="114300" tIns="114300" rIns="114300" bIns="114300"/>
                    <a:lstStyle/>
                    <a:p>
                      <a:pPr algn="l"/>
                      <a:r>
                        <a:rPr sz="1875" b="0">
                          <a:solidFill>
                            <a:srgbClr val="1D3B33"/>
                          </a:solidFill>
                          <a:latin typeface="Arial"/>
                          <a:ea typeface="Arial"/>
                          <a:cs typeface="Arial"/>
                        </a:rPr>
                        <a:t>Training</a:t>
                      </a:r>
                    </a:p>
                  </a:txBody>
                  <a:tcPr marL="133350" marR="133350" marT="95250" marB="95250" anchor="ctr">
                    <a:lnL w="0">
                      <a:solidFill>
                        <a:srgbClr val="F5F6F1"/>
                      </a:solidFill>
                    </a:lnL>
                    <a:lnR w="0">
                      <a:solidFill>
                        <a:srgbClr val="F5F6F1"/>
                      </a:solidFill>
                    </a:lnR>
                    <a:lnB w="0">
                      <a:solidFill>
                        <a:srgbClr val="F5F6F1"/>
                      </a:solidFill>
                    </a:lnB>
                    <a:solidFill>
                      <a:srgbClr val="FFFFFF"/>
                    </a:solidFill>
                  </a:tcPr>
                </a:tc>
                <a:tc>
                  <a:txBody>
                    <a:bodyPr lIns="114300" tIns="114300" rIns="114300" bIns="114300"/>
                    <a:lstStyle/>
                    <a:p>
                      <a:pPr algn="ctr"/>
                      <a:r>
                        <a:rPr sz="1875" b="0">
                          <a:solidFill>
                            <a:srgbClr val="1D3B33"/>
                          </a:solidFill>
                          <a:latin typeface="Arial"/>
                          <a:ea typeface="Arial"/>
                          <a:cs typeface="Arial"/>
                        </a:rPr>
                        <a:t>14</a:t>
                      </a:r>
                    </a:p>
                  </a:txBody>
                  <a:tcPr marL="133350" marR="133350" marT="95250" marB="95250" anchor="ctr">
                    <a:lnR w="0">
                      <a:solidFill>
                        <a:srgbClr val="F5F6F1"/>
                      </a:solidFill>
                    </a:lnR>
                    <a:lnB w="0">
                      <a:solidFill>
                        <a:srgbClr val="F5F6F1"/>
                      </a:solidFill>
                    </a:lnB>
                    <a:solidFill>
                      <a:srgbClr val="FFFFFF"/>
                    </a:solidFill>
                  </a:tcPr>
                </a:tc>
                <a:tc>
                  <a:txBody>
                    <a:bodyPr lIns="114300" tIns="114300" rIns="114300" bIns="114300"/>
                    <a:lstStyle/>
                    <a:p>
                      <a:pPr algn="ctr"/>
                      <a:r>
                        <a:rPr sz="1875" b="0">
                          <a:solidFill>
                            <a:srgbClr val="1D3B33"/>
                          </a:solidFill>
                          <a:latin typeface="Arial"/>
                          <a:ea typeface="Arial"/>
                          <a:cs typeface="Arial"/>
                        </a:rPr>
                        <a:t>2,901</a:t>
                      </a:r>
                    </a:p>
                  </a:txBody>
                  <a:tcPr marL="133350" marR="133350" marT="95250" marB="95250" anchor="ctr">
                    <a:lnR w="0">
                      <a:solidFill>
                        <a:srgbClr val="F5F6F1"/>
                      </a:solidFill>
                    </a:lnR>
                    <a:lnB w="0">
                      <a:solidFill>
                        <a:srgbClr val="F5F6F1"/>
                      </a:solidFill>
                    </a:lnB>
                    <a:solidFill>
                      <a:srgbClr val="FFFFFF"/>
                    </a:solidFill>
                  </a:tcPr>
                </a:tc>
              </a:tr>
              <a:tr h="695325">
                <a:tc>
                  <a:txBody>
                    <a:bodyPr lIns="114300" tIns="114300" rIns="114300" bIns="114300"/>
                    <a:lstStyle/>
                    <a:p>
                      <a:pPr algn="l"/>
                      <a:r>
                        <a:rPr sz="1875" b="0">
                          <a:solidFill>
                            <a:srgbClr val="1D3B33"/>
                          </a:solidFill>
                          <a:latin typeface="Arial"/>
                          <a:ea typeface="Arial"/>
                          <a:cs typeface="Arial"/>
                        </a:rPr>
                        <a:t>Validation</a:t>
                      </a:r>
                    </a:p>
                  </a:txBody>
                  <a:tcPr marL="133350" marR="133350" marT="95250" marB="95250" anchor="ctr">
                    <a:lnL w="0">
                      <a:solidFill>
                        <a:srgbClr val="F5F6F1"/>
                      </a:solidFill>
                    </a:lnL>
                    <a:lnR w="0">
                      <a:solidFill>
                        <a:srgbClr val="F5F6F1"/>
                      </a:solidFill>
                    </a:lnR>
                    <a:lnB w="0">
                      <a:solidFill>
                        <a:srgbClr val="F5F6F1"/>
                      </a:solidFill>
                    </a:lnB>
                    <a:solidFill>
                      <a:srgbClr val="DFE8DE"/>
                    </a:solidFill>
                  </a:tcPr>
                </a:tc>
                <a:tc>
                  <a:txBody>
                    <a:bodyPr lIns="114300" tIns="114300" rIns="114300" bIns="114300"/>
                    <a:lstStyle/>
                    <a:p>
                      <a:pPr algn="ctr"/>
                      <a:r>
                        <a:rPr sz="1875" b="0">
                          <a:solidFill>
                            <a:srgbClr val="1D3B33"/>
                          </a:solidFill>
                          <a:latin typeface="Arial"/>
                          <a:ea typeface="Arial"/>
                          <a:cs typeface="Arial"/>
                        </a:rPr>
                        <a:t>8</a:t>
                      </a:r>
                    </a:p>
                  </a:txBody>
                  <a:tcPr marL="133350" marR="133350" marT="95250" marB="95250" anchor="ctr">
                    <a:lnR w="0">
                      <a:solidFill>
                        <a:srgbClr val="F5F6F1"/>
                      </a:solidFill>
                    </a:lnR>
                    <a:lnB w="0">
                      <a:solidFill>
                        <a:srgbClr val="F5F6F1"/>
                      </a:solidFill>
                    </a:lnB>
                    <a:solidFill>
                      <a:srgbClr val="DFE8DE"/>
                    </a:solidFill>
                  </a:tcPr>
                </a:tc>
                <a:tc>
                  <a:txBody>
                    <a:bodyPr lIns="114300" tIns="114300" rIns="114300" bIns="114300"/>
                    <a:lstStyle/>
                    <a:p>
                      <a:pPr algn="ctr"/>
                      <a:r>
                        <a:rPr sz="1875" b="0">
                          <a:solidFill>
                            <a:srgbClr val="1D3B33"/>
                          </a:solidFill>
                          <a:latin typeface="Arial"/>
                          <a:ea typeface="Arial"/>
                          <a:cs typeface="Arial"/>
                        </a:rPr>
                        <a:t>1,364</a:t>
                      </a:r>
                    </a:p>
                  </a:txBody>
                  <a:tcPr marL="133350" marR="133350" marT="95250" marB="95250" anchor="ctr">
                    <a:lnR w="0">
                      <a:solidFill>
                        <a:srgbClr val="F5F6F1"/>
                      </a:solidFill>
                    </a:lnR>
                    <a:lnB w="0">
                      <a:solidFill>
                        <a:srgbClr val="F5F6F1"/>
                      </a:solidFill>
                    </a:lnB>
                    <a:solidFill>
                      <a:srgbClr val="DFE8DE"/>
                    </a:solidFill>
                  </a:tcPr>
                </a:tc>
              </a:tr>
              <a:tr h="695325">
                <a:tc>
                  <a:txBody>
                    <a:bodyPr lIns="114300" tIns="114300" rIns="114300" bIns="114300"/>
                    <a:lstStyle/>
                    <a:p>
                      <a:pPr algn="l"/>
                      <a:r>
                        <a:rPr sz="1875" b="0">
                          <a:solidFill>
                            <a:srgbClr val="1D3B33"/>
                          </a:solidFill>
                          <a:latin typeface="Arial"/>
                          <a:ea typeface="Arial"/>
                          <a:cs typeface="Arial"/>
                        </a:rPr>
                        <a:t>Test</a:t>
                      </a:r>
                    </a:p>
                  </a:txBody>
                  <a:tcPr marL="133350" marR="133350" marT="95250" marB="95250" anchor="ctr">
                    <a:lnL w="0">
                      <a:solidFill>
                        <a:srgbClr val="F5F6F1"/>
                      </a:solidFill>
                    </a:lnL>
                    <a:lnR w="0">
                      <a:solidFill>
                        <a:srgbClr val="F5F6F1"/>
                      </a:solidFill>
                    </a:lnR>
                    <a:lnB w="0">
                      <a:solidFill>
                        <a:srgbClr val="F5F6F1"/>
                      </a:solidFill>
                    </a:lnB>
                    <a:solidFill>
                      <a:srgbClr val="FFFFFF"/>
                    </a:solidFill>
                  </a:tcPr>
                </a:tc>
                <a:tc>
                  <a:txBody>
                    <a:bodyPr lIns="114300" tIns="114300" rIns="114300" bIns="114300"/>
                    <a:lstStyle/>
                    <a:p>
                      <a:pPr algn="ctr"/>
                      <a:r>
                        <a:rPr sz="1875" b="0">
                          <a:solidFill>
                            <a:srgbClr val="1D3B33"/>
                          </a:solidFill>
                          <a:latin typeface="Arial"/>
                          <a:ea typeface="Arial"/>
                          <a:cs typeface="Arial"/>
                        </a:rPr>
                        <a:t>10</a:t>
                      </a:r>
                    </a:p>
                  </a:txBody>
                  <a:tcPr marL="133350" marR="133350" marT="95250" marB="95250" anchor="ctr">
                    <a:lnR w="0">
                      <a:solidFill>
                        <a:srgbClr val="F5F6F1"/>
                      </a:solidFill>
                    </a:lnR>
                    <a:lnB w="0">
                      <a:solidFill>
                        <a:srgbClr val="F5F6F1"/>
                      </a:solidFill>
                    </a:lnB>
                    <a:solidFill>
                      <a:srgbClr val="FFFFFF"/>
                    </a:solidFill>
                  </a:tcPr>
                </a:tc>
                <a:tc>
                  <a:txBody>
                    <a:bodyPr lIns="114300" tIns="114300" rIns="114300" bIns="114300"/>
                    <a:lstStyle/>
                    <a:p>
                      <a:pPr algn="ctr"/>
                      <a:r>
                        <a:rPr sz="1875" b="0">
                          <a:solidFill>
                            <a:srgbClr val="1D3B33"/>
                          </a:solidFill>
                          <a:latin typeface="Arial"/>
                          <a:ea typeface="Arial"/>
                          <a:cs typeface="Arial"/>
                        </a:rPr>
                        <a:t>2,722</a:t>
                      </a:r>
                    </a:p>
                  </a:txBody>
                  <a:tcPr marL="133350" marR="133350" marT="95250" marB="95250" anchor="ctr">
                    <a:lnR w="0">
                      <a:solidFill>
                        <a:srgbClr val="F5F6F1"/>
                      </a:solidFill>
                    </a:lnR>
                    <a:lnB w="0">
                      <a:solidFill>
                        <a:srgbClr val="F5F6F1"/>
                      </a:solidFill>
                    </a:lnB>
                    <a:solidFill>
                      <a:srgbClr val="FFFFFF"/>
                    </a:solidFill>
                  </a:tcPr>
                </a:tc>
              </a:tr>
            </a:tbl>
          </a:graphicData>
        </a:graphic>
      </p:graphicFrame>
      <p:sp>
        <p:nvSpPr>
          <p:cNvPr id="10" name="Standard sequences, altered orders,&#10;missing steps and isolat">
            <a:extLst xmlns:a="http://schemas.openxmlformats.org/drawingml/2006/main">
              <a:ext uri="{FF2B5EF4-FFF2-40B4-BE49-F238E27FC236}">
                <a16:creationId xmlns:a16="http://schemas.microsoft.com/office/drawing/2014/main" id="{97038DC5-D068-4139-AC83-3956BE8CBA87}"/>
              </a:ext>
            </a:extLst>
          </p:cNvPr>
          <p:cNvSpPr>
            <a:spLocks xmlns:a="http://schemas.openxmlformats.org/drawingml/2006/main" noGrp="1"/>
          </p:cNvSpPr>
          <p:nvPr/>
        </p:nvSpPr>
        <p:spPr>
          <a:xfrm xmlns:a="http://schemas.openxmlformats.org/drawingml/2006/main">
            <a:off x="6048375" y="5038725"/>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3796E"/>
                </a:solidFill>
                <a:latin typeface="Arial"/>
                <a:ea typeface="Arial"/>
                <a:cs typeface="Arial"/>
              </a:defRPr>
            </a:defPPr>
            <a:lvl1pPr algn="l">
              <a:defRPr sz="1875" b="0">
                <a:solidFill>
                  <a:srgbClr val="63796E"/>
                </a:solidFill>
                <a:latin typeface="Arial"/>
                <a:ea typeface="Arial"/>
                <a:cs typeface="Arial"/>
              </a:defRPr>
            </a:lvl1pPr>
            <a:lvl2pPr algn="l">
              <a:defRPr sz="1875" b="0">
                <a:solidFill>
                  <a:srgbClr val="63796E"/>
                </a:solidFill>
                <a:latin typeface="Arial"/>
                <a:ea typeface="Arial"/>
                <a:cs typeface="Arial"/>
              </a:defRPr>
            </a:lvl2pPr>
            <a:lvl3pPr algn="l">
              <a:defRPr sz="1875" b="0">
                <a:solidFill>
                  <a:srgbClr val="63796E"/>
                </a:solidFill>
                <a:latin typeface="Arial"/>
                <a:ea typeface="Arial"/>
                <a:cs typeface="Arial"/>
              </a:defRPr>
            </a:lvl3pPr>
            <a:lvl4pPr algn="l">
              <a:defRPr sz="1875" b="0">
                <a:solidFill>
                  <a:srgbClr val="63796E"/>
                </a:solidFill>
                <a:latin typeface="Arial"/>
                <a:ea typeface="Arial"/>
                <a:cs typeface="Arial"/>
              </a:defRPr>
            </a:lvl4pPr>
            <a:lvl5pPr algn="l">
              <a:defRPr sz="1875" b="0">
                <a:solidFill>
                  <a:srgbClr val="63796E"/>
                </a:solidFill>
                <a:latin typeface="Arial"/>
                <a:ea typeface="Arial"/>
                <a:cs typeface="Arial"/>
              </a:defRPr>
            </a:lvl5pPr>
            <a:lvl6pPr algn="l">
              <a:defRPr sz="1875" b="0">
                <a:solidFill>
                  <a:srgbClr val="63796E"/>
                </a:solidFill>
                <a:latin typeface="Arial"/>
                <a:ea typeface="Arial"/>
                <a:cs typeface="Arial"/>
              </a:defRPr>
            </a:lvl6pPr>
            <a:lvl7pPr algn="l">
              <a:defRPr sz="1875" b="0">
                <a:solidFill>
                  <a:srgbClr val="63796E"/>
                </a:solidFill>
                <a:latin typeface="Arial"/>
                <a:ea typeface="Arial"/>
                <a:cs typeface="Arial"/>
              </a:defRPr>
            </a:lvl7pPr>
            <a:lvl8pPr algn="l">
              <a:defRPr sz="1875" b="0">
                <a:solidFill>
                  <a:srgbClr val="63796E"/>
                </a:solidFill>
                <a:latin typeface="Arial"/>
                <a:ea typeface="Arial"/>
                <a:cs typeface="Arial"/>
              </a:defRPr>
            </a:lvl8pPr>
            <a:lvl9pPr algn="l">
              <a:defRPr sz="1875" b="0">
                <a:solidFill>
                  <a:srgbClr val="63796E"/>
                </a:solidFill>
                <a:latin typeface="Arial"/>
                <a:ea typeface="Arial"/>
                <a:cs typeface="Arial"/>
              </a:defRPr>
            </a:lvl9pPr>
          </a:lstStyle>
          <a:p xmlns:a="http://schemas.openxmlformats.org/drawingml/2006/main">
            <a:pPr algn="l">
              <a:defRPr sz="1875" b="0">
                <a:solidFill>
                  <a:srgbClr val="63796E"/>
                </a:solidFill>
                <a:latin typeface="Arial"/>
                <a:ea typeface="Arial"/>
                <a:cs typeface="Arial"/>
              </a:defRPr>
            </a:pPr>
            <a:r>
              <a:rPr sz="1875" b="0">
                <a:solidFill>
                  <a:srgbClr val="63796E"/>
                </a:solidFill>
                <a:latin typeface="Arial"/>
                <a:ea typeface="Arial"/>
                <a:cs typeface="Arial"/>
              </a:rPr>
              <a:t>Standard sequences, altered orders,</a:t>
            </a:r>
          </a:p>
          <a:p xmlns:a="http://schemas.openxmlformats.org/drawingml/2006/main">
            <a:pPr algn="l">
              <a:defRPr sz="1875" b="0">
                <a:solidFill>
                  <a:srgbClr val="63796E"/>
                </a:solidFill>
                <a:latin typeface="Arial"/>
                <a:ea typeface="Arial"/>
                <a:cs typeface="Arial"/>
              </a:defRPr>
            </a:pPr>
            <a:r>
              <a:rPr sz="1875" b="0">
                <a:solidFill>
                  <a:srgbClr val="63796E"/>
                </a:solidFill>
                <a:latin typeface="Arial"/>
                <a:ea typeface="Arial"/>
                <a:cs typeface="Arial"/>
              </a:rPr>
              <a:t>missing steps and isolated actions</a:t>
            </a:r>
          </a:p>
        </p:txBody>
      </p:sp>
    </p:spTree>
    <p:extLst>
      <p:ext uri="{BB962C8B-B14F-4D97-AF65-F5344CB8AC3E}">
        <p14:creationId xmlns:p14="http://schemas.microsoft.com/office/powerpoint/2010/main" val="1563665597"/>
      </p:ext>
    </p:extLst>
  </p:cSld>
</p:sld>
</file>

<file path=ppt/slides/slide4.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2" name="Why we model temporal boundaries">
            <a:extLst xmlns:a="http://schemas.openxmlformats.org/drawingml/2006/main">
              <a:ext uri="{FF2B5EF4-FFF2-40B4-BE49-F238E27FC236}">
                <a16:creationId xmlns:a16="http://schemas.microsoft.com/office/drawing/2014/main" id="{5EECAFBE-8A63-4D46-B1B2-DBDD9EE336C9}"/>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D3B33"/>
                </a:solidFill>
                <a:latin typeface="Arial"/>
                <a:ea typeface="Arial"/>
                <a:cs typeface="Arial"/>
              </a:defRPr>
            </a:defPPr>
            <a:lvl1pPr algn="l">
              <a:defRPr sz="3300" b="1">
                <a:solidFill>
                  <a:srgbClr val="1D3B33"/>
                </a:solidFill>
                <a:latin typeface="Arial"/>
                <a:ea typeface="Arial"/>
                <a:cs typeface="Arial"/>
              </a:defRPr>
            </a:lvl1pPr>
            <a:lvl2pPr algn="l">
              <a:defRPr sz="3300" b="1">
                <a:solidFill>
                  <a:srgbClr val="1D3B33"/>
                </a:solidFill>
                <a:latin typeface="Arial"/>
                <a:ea typeface="Arial"/>
                <a:cs typeface="Arial"/>
              </a:defRPr>
            </a:lvl2pPr>
            <a:lvl3pPr algn="l">
              <a:defRPr sz="3300" b="1">
                <a:solidFill>
                  <a:srgbClr val="1D3B33"/>
                </a:solidFill>
                <a:latin typeface="Arial"/>
                <a:ea typeface="Arial"/>
                <a:cs typeface="Arial"/>
              </a:defRPr>
            </a:lvl3pPr>
            <a:lvl4pPr algn="l">
              <a:defRPr sz="3300" b="1">
                <a:solidFill>
                  <a:srgbClr val="1D3B33"/>
                </a:solidFill>
                <a:latin typeface="Arial"/>
                <a:ea typeface="Arial"/>
                <a:cs typeface="Arial"/>
              </a:defRPr>
            </a:lvl4pPr>
            <a:lvl5pPr algn="l">
              <a:defRPr sz="3300" b="1">
                <a:solidFill>
                  <a:srgbClr val="1D3B33"/>
                </a:solidFill>
                <a:latin typeface="Arial"/>
                <a:ea typeface="Arial"/>
                <a:cs typeface="Arial"/>
              </a:defRPr>
            </a:lvl5pPr>
            <a:lvl6pPr algn="l">
              <a:defRPr sz="3300" b="1">
                <a:solidFill>
                  <a:srgbClr val="1D3B33"/>
                </a:solidFill>
                <a:latin typeface="Arial"/>
                <a:ea typeface="Arial"/>
                <a:cs typeface="Arial"/>
              </a:defRPr>
            </a:lvl6pPr>
            <a:lvl7pPr algn="l">
              <a:defRPr sz="3300" b="1">
                <a:solidFill>
                  <a:srgbClr val="1D3B33"/>
                </a:solidFill>
                <a:latin typeface="Arial"/>
                <a:ea typeface="Arial"/>
                <a:cs typeface="Arial"/>
              </a:defRPr>
            </a:lvl7pPr>
            <a:lvl8pPr algn="l">
              <a:defRPr sz="3300" b="1">
                <a:solidFill>
                  <a:srgbClr val="1D3B33"/>
                </a:solidFill>
                <a:latin typeface="Arial"/>
                <a:ea typeface="Arial"/>
                <a:cs typeface="Arial"/>
              </a:defRPr>
            </a:lvl8pPr>
            <a:lvl9pPr algn="l">
              <a:defRPr sz="3300" b="1">
                <a:solidFill>
                  <a:srgbClr val="1D3B33"/>
                </a:solidFill>
                <a:latin typeface="Arial"/>
                <a:ea typeface="Arial"/>
                <a:cs typeface="Arial"/>
              </a:defRPr>
            </a:lvl9pPr>
          </a:lstStyle>
          <a:p xmlns:a="http://schemas.openxmlformats.org/drawingml/2006/main">
            <a:pPr algn="l">
              <a:defRPr sz="3300" b="1">
                <a:solidFill>
                  <a:srgbClr val="1D3B33"/>
                </a:solidFill>
                <a:latin typeface="Arial"/>
                <a:ea typeface="Arial"/>
                <a:cs typeface="Arial"/>
              </a:defRPr>
            </a:pPr>
            <a:r>
              <a:rPr sz="3300" b="1">
                <a:solidFill>
                  <a:srgbClr val="1D3B33"/>
                </a:solidFill>
                <a:latin typeface="Arial"/>
                <a:ea typeface="Arial"/>
                <a:cs typeface="Arial"/>
              </a:rPr>
              <a:t>Why we model temporal boundaries</a:t>
            </a:r>
          </a:p>
        </p:txBody>
      </p:sp>
      <p:sp>
        <p:nvSpPr>
          <p:cNvPr id="3" name="Preliminary PSKUS study: macro F1 near transitions">
            <a:extLst xmlns:a="http://schemas.openxmlformats.org/drawingml/2006/main">
              <a:ext uri="{FF2B5EF4-FFF2-40B4-BE49-F238E27FC236}">
                <a16:creationId xmlns:a16="http://schemas.microsoft.com/office/drawing/2014/main" id="{308FF1BC-3182-4C79-8D80-7AC101CDFADE}"/>
              </a:ext>
            </a:extLst>
          </p:cNvPr>
          <p:cNvSpPr>
            <a:spLocks xmlns:a="http://schemas.openxmlformats.org/drawingml/2006/main" noGrp="1"/>
          </p:cNvSpPr>
          <p:nvPr/>
        </p:nvSpPr>
        <p:spPr>
          <a:xfrm xmlns:a="http://schemas.openxmlformats.org/drawingml/2006/main">
            <a:off x="609600" y="11525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796E"/>
                </a:solidFill>
                <a:latin typeface="Arial"/>
                <a:ea typeface="Arial"/>
                <a:cs typeface="Arial"/>
              </a:defRPr>
            </a:defPPr>
            <a:lvl1pPr algn="l">
              <a:defRPr sz="1800" b="0">
                <a:solidFill>
                  <a:srgbClr val="63796E"/>
                </a:solidFill>
                <a:latin typeface="Arial"/>
                <a:ea typeface="Arial"/>
                <a:cs typeface="Arial"/>
              </a:defRPr>
            </a:lvl1pPr>
            <a:lvl2pPr algn="l">
              <a:defRPr sz="1800" b="0">
                <a:solidFill>
                  <a:srgbClr val="63796E"/>
                </a:solidFill>
                <a:latin typeface="Arial"/>
                <a:ea typeface="Arial"/>
                <a:cs typeface="Arial"/>
              </a:defRPr>
            </a:lvl2pPr>
            <a:lvl3pPr algn="l">
              <a:defRPr sz="1800" b="0">
                <a:solidFill>
                  <a:srgbClr val="63796E"/>
                </a:solidFill>
                <a:latin typeface="Arial"/>
                <a:ea typeface="Arial"/>
                <a:cs typeface="Arial"/>
              </a:defRPr>
            </a:lvl3pPr>
            <a:lvl4pPr algn="l">
              <a:defRPr sz="1800" b="0">
                <a:solidFill>
                  <a:srgbClr val="63796E"/>
                </a:solidFill>
                <a:latin typeface="Arial"/>
                <a:ea typeface="Arial"/>
                <a:cs typeface="Arial"/>
              </a:defRPr>
            </a:lvl4pPr>
            <a:lvl5pPr algn="l">
              <a:defRPr sz="1800" b="0">
                <a:solidFill>
                  <a:srgbClr val="63796E"/>
                </a:solidFill>
                <a:latin typeface="Arial"/>
                <a:ea typeface="Arial"/>
                <a:cs typeface="Arial"/>
              </a:defRPr>
            </a:lvl5pPr>
            <a:lvl6pPr algn="l">
              <a:defRPr sz="1800" b="0">
                <a:solidFill>
                  <a:srgbClr val="63796E"/>
                </a:solidFill>
                <a:latin typeface="Arial"/>
                <a:ea typeface="Arial"/>
                <a:cs typeface="Arial"/>
              </a:defRPr>
            </a:lvl6pPr>
            <a:lvl7pPr algn="l">
              <a:defRPr sz="1800" b="0">
                <a:solidFill>
                  <a:srgbClr val="63796E"/>
                </a:solidFill>
                <a:latin typeface="Arial"/>
                <a:ea typeface="Arial"/>
                <a:cs typeface="Arial"/>
              </a:defRPr>
            </a:lvl7pPr>
            <a:lvl8pPr algn="l">
              <a:defRPr sz="1800" b="0">
                <a:solidFill>
                  <a:srgbClr val="63796E"/>
                </a:solidFill>
                <a:latin typeface="Arial"/>
                <a:ea typeface="Arial"/>
                <a:cs typeface="Arial"/>
              </a:defRPr>
            </a:lvl8pPr>
            <a:lvl9pPr algn="l">
              <a:defRPr sz="1800" b="0">
                <a:solidFill>
                  <a:srgbClr val="63796E"/>
                </a:solidFill>
                <a:latin typeface="Arial"/>
                <a:ea typeface="Arial"/>
                <a:cs typeface="Arial"/>
              </a:defRPr>
            </a:lvl9pPr>
          </a:lstStyle>
          <a:p xmlns:a="http://schemas.openxmlformats.org/drawingml/2006/main">
            <a:pPr algn="l">
              <a:defRPr sz="1800" b="0">
                <a:solidFill>
                  <a:srgbClr val="63796E"/>
                </a:solidFill>
                <a:latin typeface="Arial"/>
                <a:ea typeface="Arial"/>
                <a:cs typeface="Arial"/>
              </a:defRPr>
            </a:pPr>
            <a:r>
              <a:rPr sz="1800" b="0">
                <a:solidFill>
                  <a:srgbClr val="63796E"/>
                </a:solidFill>
                <a:latin typeface="Arial"/>
                <a:ea typeface="Arial"/>
                <a:cs typeface="Arial"/>
              </a:rPr>
              <a:t>Preliminary PSKUS study: macro F1 near transitions</a:t>
            </a:r>
          </a:p>
        </p:txBody>
      </p:sp>
      <p:sp>
        <p:nvSpPr>
          <p:cNvPr id="4" name="GROUP 43  /  FINAL PROJECT">
            <a:extLst xmlns:a="http://schemas.openxmlformats.org/drawingml/2006/main">
              <a:ext uri="{FF2B5EF4-FFF2-40B4-BE49-F238E27FC236}">
                <a16:creationId xmlns:a16="http://schemas.microsoft.com/office/drawing/2014/main" id="{1791266B-47E7-4A2C-9FD2-2D9C259AC202}"/>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796E"/>
                </a:solidFill>
                <a:latin typeface="Arial"/>
                <a:ea typeface="Arial"/>
                <a:cs typeface="Arial"/>
              </a:defRPr>
            </a:defPPr>
            <a:lvl1pPr algn="l">
              <a:defRPr sz="1200" b="0">
                <a:solidFill>
                  <a:srgbClr val="63796E"/>
                </a:solidFill>
                <a:latin typeface="Arial"/>
                <a:ea typeface="Arial"/>
                <a:cs typeface="Arial"/>
              </a:defRPr>
            </a:lvl1pPr>
            <a:lvl2pPr algn="l">
              <a:defRPr sz="1200" b="0">
                <a:solidFill>
                  <a:srgbClr val="63796E"/>
                </a:solidFill>
                <a:latin typeface="Arial"/>
                <a:ea typeface="Arial"/>
                <a:cs typeface="Arial"/>
              </a:defRPr>
            </a:lvl2pPr>
            <a:lvl3pPr algn="l">
              <a:defRPr sz="1200" b="0">
                <a:solidFill>
                  <a:srgbClr val="63796E"/>
                </a:solidFill>
                <a:latin typeface="Arial"/>
                <a:ea typeface="Arial"/>
                <a:cs typeface="Arial"/>
              </a:defRPr>
            </a:lvl3pPr>
            <a:lvl4pPr algn="l">
              <a:defRPr sz="1200" b="0">
                <a:solidFill>
                  <a:srgbClr val="63796E"/>
                </a:solidFill>
                <a:latin typeface="Arial"/>
                <a:ea typeface="Arial"/>
                <a:cs typeface="Arial"/>
              </a:defRPr>
            </a:lvl4pPr>
            <a:lvl5pPr algn="l">
              <a:defRPr sz="1200" b="0">
                <a:solidFill>
                  <a:srgbClr val="63796E"/>
                </a:solidFill>
                <a:latin typeface="Arial"/>
                <a:ea typeface="Arial"/>
                <a:cs typeface="Arial"/>
              </a:defRPr>
            </a:lvl5pPr>
            <a:lvl6pPr algn="l">
              <a:defRPr sz="1200" b="0">
                <a:solidFill>
                  <a:srgbClr val="63796E"/>
                </a:solidFill>
                <a:latin typeface="Arial"/>
                <a:ea typeface="Arial"/>
                <a:cs typeface="Arial"/>
              </a:defRPr>
            </a:lvl6pPr>
            <a:lvl7pPr algn="l">
              <a:defRPr sz="1200" b="0">
                <a:solidFill>
                  <a:srgbClr val="63796E"/>
                </a:solidFill>
                <a:latin typeface="Arial"/>
                <a:ea typeface="Arial"/>
                <a:cs typeface="Arial"/>
              </a:defRPr>
            </a:lvl7pPr>
            <a:lvl8pPr algn="l">
              <a:defRPr sz="1200" b="0">
                <a:solidFill>
                  <a:srgbClr val="63796E"/>
                </a:solidFill>
                <a:latin typeface="Arial"/>
                <a:ea typeface="Arial"/>
                <a:cs typeface="Arial"/>
              </a:defRPr>
            </a:lvl8pPr>
            <a:lvl9pPr algn="l">
              <a:defRPr sz="1200" b="0">
                <a:solidFill>
                  <a:srgbClr val="63796E"/>
                </a:solidFill>
                <a:latin typeface="Arial"/>
                <a:ea typeface="Arial"/>
                <a:cs typeface="Arial"/>
              </a:defRPr>
            </a:lvl9pPr>
          </a:lstStyle>
          <a:p xmlns:a="http://schemas.openxmlformats.org/drawingml/2006/main">
            <a:pPr algn="l">
              <a:defRPr sz="1200" b="0">
                <a:solidFill>
                  <a:srgbClr val="63796E"/>
                </a:solidFill>
                <a:latin typeface="Arial"/>
                <a:ea typeface="Arial"/>
                <a:cs typeface="Arial"/>
              </a:defRPr>
            </a:pPr>
            <a:r>
              <a:rPr sz="1200" b="0">
                <a:solidFill>
                  <a:srgbClr val="63796E"/>
                </a:solidFill>
                <a:latin typeface="Arial"/>
                <a:ea typeface="Arial"/>
                <a:cs typeface="Arial"/>
              </a:rPr>
              <a:t>GROUP 43  /  FINAL PROJECT</a:t>
            </a:r>
          </a:p>
        </p:txBody>
      </p:sp>
      <p:sp>
        <p:nvSpPr>
          <p:cNvPr id="5" name="04">
            <a:extLst xmlns:a="http://schemas.openxmlformats.org/drawingml/2006/main">
              <a:ext uri="{FF2B5EF4-FFF2-40B4-BE49-F238E27FC236}">
                <a16:creationId xmlns:a16="http://schemas.microsoft.com/office/drawing/2014/main" id="{3D6DC886-61B0-479A-8963-931EA6AA1875}"/>
              </a:ext>
            </a:extLst>
          </p:cNvPr>
          <p:cNvSpPr>
            <a:spLocks xmlns:a="http://schemas.openxmlformats.org/drawingml/2006/main" noGrp="1"/>
          </p:cNvSpPr>
          <p:nvPr/>
        </p:nvSpPr>
        <p:spPr>
          <a:xfrm xmlns:a="http://schemas.openxmlformats.org/drawingml/2006/main">
            <a:off x="11049000" y="63722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63796E"/>
                </a:solidFill>
                <a:latin typeface="Arial"/>
                <a:ea typeface="Arial"/>
                <a:cs typeface="Arial"/>
              </a:defRPr>
            </a:defPPr>
            <a:lvl1pPr algn="r">
              <a:defRPr sz="1500" b="0">
                <a:solidFill>
                  <a:srgbClr val="63796E"/>
                </a:solidFill>
                <a:latin typeface="Arial"/>
                <a:ea typeface="Arial"/>
                <a:cs typeface="Arial"/>
              </a:defRPr>
            </a:lvl1pPr>
            <a:lvl2pPr algn="r">
              <a:defRPr sz="1500" b="0">
                <a:solidFill>
                  <a:srgbClr val="63796E"/>
                </a:solidFill>
                <a:latin typeface="Arial"/>
                <a:ea typeface="Arial"/>
                <a:cs typeface="Arial"/>
              </a:defRPr>
            </a:lvl2pPr>
            <a:lvl3pPr algn="r">
              <a:defRPr sz="1500" b="0">
                <a:solidFill>
                  <a:srgbClr val="63796E"/>
                </a:solidFill>
                <a:latin typeface="Arial"/>
                <a:ea typeface="Arial"/>
                <a:cs typeface="Arial"/>
              </a:defRPr>
            </a:lvl3pPr>
            <a:lvl4pPr algn="r">
              <a:defRPr sz="1500" b="0">
                <a:solidFill>
                  <a:srgbClr val="63796E"/>
                </a:solidFill>
                <a:latin typeface="Arial"/>
                <a:ea typeface="Arial"/>
                <a:cs typeface="Arial"/>
              </a:defRPr>
            </a:lvl4pPr>
            <a:lvl5pPr algn="r">
              <a:defRPr sz="1500" b="0">
                <a:solidFill>
                  <a:srgbClr val="63796E"/>
                </a:solidFill>
                <a:latin typeface="Arial"/>
                <a:ea typeface="Arial"/>
                <a:cs typeface="Arial"/>
              </a:defRPr>
            </a:lvl5pPr>
            <a:lvl6pPr algn="r">
              <a:defRPr sz="1500" b="0">
                <a:solidFill>
                  <a:srgbClr val="63796E"/>
                </a:solidFill>
                <a:latin typeface="Arial"/>
                <a:ea typeface="Arial"/>
                <a:cs typeface="Arial"/>
              </a:defRPr>
            </a:lvl6pPr>
            <a:lvl7pPr algn="r">
              <a:defRPr sz="1500" b="0">
                <a:solidFill>
                  <a:srgbClr val="63796E"/>
                </a:solidFill>
                <a:latin typeface="Arial"/>
                <a:ea typeface="Arial"/>
                <a:cs typeface="Arial"/>
              </a:defRPr>
            </a:lvl7pPr>
            <a:lvl8pPr algn="r">
              <a:defRPr sz="1500" b="0">
                <a:solidFill>
                  <a:srgbClr val="63796E"/>
                </a:solidFill>
                <a:latin typeface="Arial"/>
                <a:ea typeface="Arial"/>
                <a:cs typeface="Arial"/>
              </a:defRPr>
            </a:lvl8pPr>
            <a:lvl9pPr algn="r">
              <a:defRPr sz="1500" b="0">
                <a:solidFill>
                  <a:srgbClr val="63796E"/>
                </a:solidFill>
                <a:latin typeface="Arial"/>
                <a:ea typeface="Arial"/>
                <a:cs typeface="Arial"/>
              </a:defRPr>
            </a:lvl9pPr>
          </a:lstStyle>
          <a:p xmlns:a="http://schemas.openxmlformats.org/drawingml/2006/main">
            <a:pPr algn="r">
              <a:defRPr sz="1500" b="0">
                <a:solidFill>
                  <a:srgbClr val="63796E"/>
                </a:solidFill>
                <a:latin typeface="Arial"/>
                <a:ea typeface="Arial"/>
                <a:cs typeface="Arial"/>
              </a:defRPr>
            </a:pPr>
            <a:r>
              <a:rPr sz="1500" b="0">
                <a:solidFill>
                  <a:srgbClr val="63796E"/>
                </a:solidFill>
                <a:latin typeface="Arial"/>
                <a:ea typeface="Arial"/>
                <a:cs typeface="Arial"/>
              </a:rPr>
              <a:t>04</a:t>
            </a:r>
          </a:p>
        </p:txBody>
      </p:sp>
      <p:graphicFrame>
        <p:nvGraphicFramePr>
          <p:cNvPr id="6" name="Chart">
            <a:extLst xmlns:a="http://schemas.openxmlformats.org/drawingml/2006/main">
              <a:ext uri="{FF2B5EF4-FFF2-40B4-BE49-F238E27FC236}">
                <a16:creationId xmlns:a16="http://schemas.microsoft.com/office/drawing/2014/main" id="{22AE585B-A295-450B-8B65-6BA9B78E66DC}"/>
              </a:ext>
            </a:extLst>
          </p:cNvPr>
          <p:cNvGraphicFramePr/>
          <p:nvPr/>
        </p:nvGraphicFramePr>
        <p:xfrm>
          <a:off xmlns:a="http://schemas.openxmlformats.org/drawingml/2006/main" x="609600" y="1924050"/>
          <a:ext xmlns:a="http://schemas.openxmlformats.org/drawingml/2006/main" cx="7429500" cy="3619500"/>
        </p:xfrm>
        <a:graphic xmlns:a="http://schemas.openxmlformats.org/drawingml/2006/main">
          <a:graphicData uri="http://schemas.openxmlformats.org/drawingml/2006/chart">
            <c:chart xmlns:r="http://schemas.openxmlformats.org/officeDocument/2006/relationships" xmlns:c="http://schemas.openxmlformats.org/drawingml/2006/chart" r:id="R6d609be5a7f84999"/>
          </a:graphicData>
        </a:graphic>
      </p:graphicFrame>
      <p:sp>
        <p:nvSpPr>
          <p:cNvPr id="7" name="+7.74 pp">
            <a:extLst xmlns:a="http://schemas.openxmlformats.org/drawingml/2006/main">
              <a:ext uri="{FF2B5EF4-FFF2-40B4-BE49-F238E27FC236}">
                <a16:creationId xmlns:a16="http://schemas.microsoft.com/office/drawing/2014/main" id="{DEC367AE-A718-400B-98DA-3290C301AAC7}"/>
              </a:ext>
            </a:extLst>
          </p:cNvPr>
          <p:cNvSpPr>
            <a:spLocks xmlns:a="http://schemas.openxmlformats.org/drawingml/2006/main" noGrp="1"/>
          </p:cNvSpPr>
          <p:nvPr/>
        </p:nvSpPr>
        <p:spPr>
          <a:xfrm xmlns:a="http://schemas.openxmlformats.org/drawingml/2006/main">
            <a:off x="8505825" y="2286000"/>
            <a:ext cx="309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22785F"/>
                </a:solidFill>
                <a:latin typeface="Arial"/>
                <a:ea typeface="Arial"/>
                <a:cs typeface="Arial"/>
              </a:defRPr>
            </a:defPPr>
            <a:lvl1pPr algn="l">
              <a:defRPr sz="4500" b="1">
                <a:solidFill>
                  <a:srgbClr val="22785F"/>
                </a:solidFill>
                <a:latin typeface="Arial"/>
                <a:ea typeface="Arial"/>
                <a:cs typeface="Arial"/>
              </a:defRPr>
            </a:lvl1pPr>
            <a:lvl2pPr algn="l">
              <a:defRPr sz="4500" b="1">
                <a:solidFill>
                  <a:srgbClr val="22785F"/>
                </a:solidFill>
                <a:latin typeface="Arial"/>
                <a:ea typeface="Arial"/>
                <a:cs typeface="Arial"/>
              </a:defRPr>
            </a:lvl2pPr>
            <a:lvl3pPr algn="l">
              <a:defRPr sz="4500" b="1">
                <a:solidFill>
                  <a:srgbClr val="22785F"/>
                </a:solidFill>
                <a:latin typeface="Arial"/>
                <a:ea typeface="Arial"/>
                <a:cs typeface="Arial"/>
              </a:defRPr>
            </a:lvl3pPr>
            <a:lvl4pPr algn="l">
              <a:defRPr sz="4500" b="1">
                <a:solidFill>
                  <a:srgbClr val="22785F"/>
                </a:solidFill>
                <a:latin typeface="Arial"/>
                <a:ea typeface="Arial"/>
                <a:cs typeface="Arial"/>
              </a:defRPr>
            </a:lvl4pPr>
            <a:lvl5pPr algn="l">
              <a:defRPr sz="4500" b="1">
                <a:solidFill>
                  <a:srgbClr val="22785F"/>
                </a:solidFill>
                <a:latin typeface="Arial"/>
                <a:ea typeface="Arial"/>
                <a:cs typeface="Arial"/>
              </a:defRPr>
            </a:lvl5pPr>
            <a:lvl6pPr algn="l">
              <a:defRPr sz="4500" b="1">
                <a:solidFill>
                  <a:srgbClr val="22785F"/>
                </a:solidFill>
                <a:latin typeface="Arial"/>
                <a:ea typeface="Arial"/>
                <a:cs typeface="Arial"/>
              </a:defRPr>
            </a:lvl6pPr>
            <a:lvl7pPr algn="l">
              <a:defRPr sz="4500" b="1">
                <a:solidFill>
                  <a:srgbClr val="22785F"/>
                </a:solidFill>
                <a:latin typeface="Arial"/>
                <a:ea typeface="Arial"/>
                <a:cs typeface="Arial"/>
              </a:defRPr>
            </a:lvl7pPr>
            <a:lvl8pPr algn="l">
              <a:defRPr sz="4500" b="1">
                <a:solidFill>
                  <a:srgbClr val="22785F"/>
                </a:solidFill>
                <a:latin typeface="Arial"/>
                <a:ea typeface="Arial"/>
                <a:cs typeface="Arial"/>
              </a:defRPr>
            </a:lvl8pPr>
            <a:lvl9pPr algn="l">
              <a:defRPr sz="4500" b="1">
                <a:solidFill>
                  <a:srgbClr val="22785F"/>
                </a:solidFill>
                <a:latin typeface="Arial"/>
                <a:ea typeface="Arial"/>
                <a:cs typeface="Arial"/>
              </a:defRPr>
            </a:lvl9pPr>
          </a:lstStyle>
          <a:p xmlns:a="http://schemas.openxmlformats.org/drawingml/2006/main">
            <a:pPr algn="l">
              <a:defRPr sz="4500" b="1">
                <a:solidFill>
                  <a:srgbClr val="22785F"/>
                </a:solidFill>
                <a:latin typeface="Arial"/>
                <a:ea typeface="Arial"/>
                <a:cs typeface="Arial"/>
              </a:defRPr>
            </a:pPr>
            <a:r>
              <a:rPr sz="4500" b="1">
                <a:solidFill>
                  <a:srgbClr val="22785F"/>
                </a:solidFill>
                <a:latin typeface="Arial"/>
                <a:ea typeface="Arial"/>
                <a:cs typeface="Arial"/>
              </a:rPr>
              <a:t>+7.74 pp</a:t>
            </a:r>
          </a:p>
        </p:txBody>
      </p:sp>
      <p:sp>
        <p:nvSpPr>
          <p:cNvPr id="8" name="over frame-only YOLO">
            <a:extLst xmlns:a="http://schemas.openxmlformats.org/drawingml/2006/main">
              <a:ext uri="{FF2B5EF4-FFF2-40B4-BE49-F238E27FC236}">
                <a16:creationId xmlns:a16="http://schemas.microsoft.com/office/drawing/2014/main" id="{402658B8-E58F-485A-9FA4-953D1C7D1298}"/>
              </a:ext>
            </a:extLst>
          </p:cNvPr>
          <p:cNvSpPr>
            <a:spLocks xmlns:a="http://schemas.openxmlformats.org/drawingml/2006/main" noGrp="1"/>
          </p:cNvSpPr>
          <p:nvPr/>
        </p:nvSpPr>
        <p:spPr>
          <a:xfrm xmlns:a="http://schemas.openxmlformats.org/drawingml/2006/main">
            <a:off x="8505825" y="32289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D3B33"/>
                </a:solidFill>
                <a:latin typeface="Arial"/>
                <a:ea typeface="Arial"/>
                <a:cs typeface="Arial"/>
              </a:defRPr>
            </a:defPPr>
            <a:lvl1pPr algn="l">
              <a:defRPr sz="2025" b="0">
                <a:solidFill>
                  <a:srgbClr val="1D3B33"/>
                </a:solidFill>
                <a:latin typeface="Arial"/>
                <a:ea typeface="Arial"/>
                <a:cs typeface="Arial"/>
              </a:defRPr>
            </a:lvl1pPr>
            <a:lvl2pPr algn="l">
              <a:defRPr sz="2025" b="0">
                <a:solidFill>
                  <a:srgbClr val="1D3B33"/>
                </a:solidFill>
                <a:latin typeface="Arial"/>
                <a:ea typeface="Arial"/>
                <a:cs typeface="Arial"/>
              </a:defRPr>
            </a:lvl2pPr>
            <a:lvl3pPr algn="l">
              <a:defRPr sz="2025" b="0">
                <a:solidFill>
                  <a:srgbClr val="1D3B33"/>
                </a:solidFill>
                <a:latin typeface="Arial"/>
                <a:ea typeface="Arial"/>
                <a:cs typeface="Arial"/>
              </a:defRPr>
            </a:lvl3pPr>
            <a:lvl4pPr algn="l">
              <a:defRPr sz="2025" b="0">
                <a:solidFill>
                  <a:srgbClr val="1D3B33"/>
                </a:solidFill>
                <a:latin typeface="Arial"/>
                <a:ea typeface="Arial"/>
                <a:cs typeface="Arial"/>
              </a:defRPr>
            </a:lvl4pPr>
            <a:lvl5pPr algn="l">
              <a:defRPr sz="2025" b="0">
                <a:solidFill>
                  <a:srgbClr val="1D3B33"/>
                </a:solidFill>
                <a:latin typeface="Arial"/>
                <a:ea typeface="Arial"/>
                <a:cs typeface="Arial"/>
              </a:defRPr>
            </a:lvl5pPr>
            <a:lvl6pPr algn="l">
              <a:defRPr sz="2025" b="0">
                <a:solidFill>
                  <a:srgbClr val="1D3B33"/>
                </a:solidFill>
                <a:latin typeface="Arial"/>
                <a:ea typeface="Arial"/>
                <a:cs typeface="Arial"/>
              </a:defRPr>
            </a:lvl6pPr>
            <a:lvl7pPr algn="l">
              <a:defRPr sz="2025" b="0">
                <a:solidFill>
                  <a:srgbClr val="1D3B33"/>
                </a:solidFill>
                <a:latin typeface="Arial"/>
                <a:ea typeface="Arial"/>
                <a:cs typeface="Arial"/>
              </a:defRPr>
            </a:lvl7pPr>
            <a:lvl8pPr algn="l">
              <a:defRPr sz="2025" b="0">
                <a:solidFill>
                  <a:srgbClr val="1D3B33"/>
                </a:solidFill>
                <a:latin typeface="Arial"/>
                <a:ea typeface="Arial"/>
                <a:cs typeface="Arial"/>
              </a:defRPr>
            </a:lvl8pPr>
            <a:lvl9pPr algn="l">
              <a:defRPr sz="2025" b="0">
                <a:solidFill>
                  <a:srgbClr val="1D3B33"/>
                </a:solidFill>
                <a:latin typeface="Arial"/>
                <a:ea typeface="Arial"/>
                <a:cs typeface="Arial"/>
              </a:defRPr>
            </a:lvl9pPr>
          </a:lstStyle>
          <a:p xmlns:a="http://schemas.openxmlformats.org/drawingml/2006/main">
            <a:pPr algn="l">
              <a:defRPr sz="2025" b="0">
                <a:solidFill>
                  <a:srgbClr val="1D3B33"/>
                </a:solidFill>
                <a:latin typeface="Arial"/>
                <a:ea typeface="Arial"/>
                <a:cs typeface="Arial"/>
              </a:defRPr>
            </a:pPr>
            <a:r>
              <a:rPr sz="2025" b="0">
                <a:solidFill>
                  <a:srgbClr val="1D3B33"/>
                </a:solidFill>
                <a:latin typeface="Arial"/>
                <a:ea typeface="Arial"/>
                <a:cs typeface="Arial"/>
              </a:rPr>
              <a:t>over frame-only YOLO</a:t>
            </a:r>
          </a:p>
        </p:txBody>
      </p:sp>
      <p:sp>
        <p:nvSpPr>
          <p:cNvPr id="9" name="Final systems use&#10;self-recorded data">
            <a:extLst xmlns:a="http://schemas.openxmlformats.org/drawingml/2006/main">
              <a:ext uri="{FF2B5EF4-FFF2-40B4-BE49-F238E27FC236}">
                <a16:creationId xmlns:a16="http://schemas.microsoft.com/office/drawing/2014/main" id="{30DAF723-BAD4-4D75-8C51-95C3E907E501}"/>
              </a:ext>
            </a:extLst>
          </p:cNvPr>
          <p:cNvSpPr>
            <a:spLocks xmlns:a="http://schemas.openxmlformats.org/drawingml/2006/main" noGrp="1"/>
          </p:cNvSpPr>
          <p:nvPr/>
        </p:nvSpPr>
        <p:spPr>
          <a:xfrm xmlns:a="http://schemas.openxmlformats.org/drawingml/2006/main">
            <a:off x="8505825" y="4438650"/>
            <a:ext cx="3009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D3B33"/>
                </a:solidFill>
                <a:latin typeface="Arial"/>
                <a:ea typeface="Arial"/>
                <a:cs typeface="Arial"/>
              </a:defRPr>
            </a:defPPr>
            <a:lvl1pPr algn="l">
              <a:defRPr sz="2100" b="1">
                <a:solidFill>
                  <a:srgbClr val="1D3B33"/>
                </a:solidFill>
                <a:latin typeface="Arial"/>
                <a:ea typeface="Arial"/>
                <a:cs typeface="Arial"/>
              </a:defRPr>
            </a:lvl1pPr>
            <a:lvl2pPr algn="l">
              <a:defRPr sz="2100" b="1">
                <a:solidFill>
                  <a:srgbClr val="1D3B33"/>
                </a:solidFill>
                <a:latin typeface="Arial"/>
                <a:ea typeface="Arial"/>
                <a:cs typeface="Arial"/>
              </a:defRPr>
            </a:lvl2pPr>
            <a:lvl3pPr algn="l">
              <a:defRPr sz="2100" b="1">
                <a:solidFill>
                  <a:srgbClr val="1D3B33"/>
                </a:solidFill>
                <a:latin typeface="Arial"/>
                <a:ea typeface="Arial"/>
                <a:cs typeface="Arial"/>
              </a:defRPr>
            </a:lvl3pPr>
            <a:lvl4pPr algn="l">
              <a:defRPr sz="2100" b="1">
                <a:solidFill>
                  <a:srgbClr val="1D3B33"/>
                </a:solidFill>
                <a:latin typeface="Arial"/>
                <a:ea typeface="Arial"/>
                <a:cs typeface="Arial"/>
              </a:defRPr>
            </a:lvl4pPr>
            <a:lvl5pPr algn="l">
              <a:defRPr sz="2100" b="1">
                <a:solidFill>
                  <a:srgbClr val="1D3B33"/>
                </a:solidFill>
                <a:latin typeface="Arial"/>
                <a:ea typeface="Arial"/>
                <a:cs typeface="Arial"/>
              </a:defRPr>
            </a:lvl5pPr>
            <a:lvl6pPr algn="l">
              <a:defRPr sz="2100" b="1">
                <a:solidFill>
                  <a:srgbClr val="1D3B33"/>
                </a:solidFill>
                <a:latin typeface="Arial"/>
                <a:ea typeface="Arial"/>
                <a:cs typeface="Arial"/>
              </a:defRPr>
            </a:lvl6pPr>
            <a:lvl7pPr algn="l">
              <a:defRPr sz="2100" b="1">
                <a:solidFill>
                  <a:srgbClr val="1D3B33"/>
                </a:solidFill>
                <a:latin typeface="Arial"/>
                <a:ea typeface="Arial"/>
                <a:cs typeface="Arial"/>
              </a:defRPr>
            </a:lvl7pPr>
            <a:lvl8pPr algn="l">
              <a:defRPr sz="2100" b="1">
                <a:solidFill>
                  <a:srgbClr val="1D3B33"/>
                </a:solidFill>
                <a:latin typeface="Arial"/>
                <a:ea typeface="Arial"/>
                <a:cs typeface="Arial"/>
              </a:defRPr>
            </a:lvl8pPr>
            <a:lvl9pPr algn="l">
              <a:defRPr sz="2100" b="1">
                <a:solidFill>
                  <a:srgbClr val="1D3B33"/>
                </a:solidFill>
                <a:latin typeface="Arial"/>
                <a:ea typeface="Arial"/>
                <a:cs typeface="Arial"/>
              </a:defRPr>
            </a:lvl9pPr>
          </a:lstStyle>
          <a:p xmlns:a="http://schemas.openxmlformats.org/drawingml/2006/main">
            <a:pPr algn="l">
              <a:defRPr sz="2100" b="1">
                <a:solidFill>
                  <a:srgbClr val="1D3B33"/>
                </a:solidFill>
                <a:latin typeface="Arial"/>
                <a:ea typeface="Arial"/>
                <a:cs typeface="Arial"/>
              </a:defRPr>
            </a:pPr>
            <a:r>
              <a:rPr sz="2100" b="1">
                <a:solidFill>
                  <a:srgbClr val="1D3B33"/>
                </a:solidFill>
                <a:latin typeface="Arial"/>
                <a:ea typeface="Arial"/>
                <a:cs typeface="Arial"/>
              </a:rPr>
              <a:t>Final systems use</a:t>
            </a:r>
          </a:p>
          <a:p xmlns:a="http://schemas.openxmlformats.org/drawingml/2006/main">
            <a:pPr algn="l">
              <a:defRPr sz="2100" b="1">
                <a:solidFill>
                  <a:srgbClr val="1D3B33"/>
                </a:solidFill>
                <a:latin typeface="Arial"/>
                <a:ea typeface="Arial"/>
                <a:cs typeface="Arial"/>
              </a:defRPr>
            </a:pPr>
            <a:r>
              <a:rPr sz="2100" b="1">
                <a:solidFill>
                  <a:srgbClr val="1D3B33"/>
                </a:solidFill>
                <a:latin typeface="Arial"/>
                <a:ea typeface="Arial"/>
                <a:cs typeface="Arial"/>
              </a:rPr>
              <a:t>self-recorded data</a:t>
            </a:r>
          </a:p>
        </p:txBody>
      </p:sp>
      <p:sp>
        <p:nvSpPr>
          <p:cNvPr id="10" name="Early study: 615 videos. Transition-region macro F1 is disti">
            <a:extLst xmlns:a="http://schemas.openxmlformats.org/drawingml/2006/main">
              <a:ext uri="{FF2B5EF4-FFF2-40B4-BE49-F238E27FC236}">
                <a16:creationId xmlns:a16="http://schemas.microsoft.com/office/drawing/2014/main" id="{B4F0F1E0-73D7-44F0-B5A6-C81D07111888}"/>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3796E"/>
                </a:solidFill>
                <a:latin typeface="Arial"/>
                <a:ea typeface="Arial"/>
                <a:cs typeface="Arial"/>
              </a:defRPr>
            </a:defPPr>
            <a:lvl1pPr algn="l">
              <a:defRPr sz="1350" b="0">
                <a:solidFill>
                  <a:srgbClr val="63796E"/>
                </a:solidFill>
                <a:latin typeface="Arial"/>
                <a:ea typeface="Arial"/>
                <a:cs typeface="Arial"/>
              </a:defRPr>
            </a:lvl1pPr>
            <a:lvl2pPr algn="l">
              <a:defRPr sz="1350" b="0">
                <a:solidFill>
                  <a:srgbClr val="63796E"/>
                </a:solidFill>
                <a:latin typeface="Arial"/>
                <a:ea typeface="Arial"/>
                <a:cs typeface="Arial"/>
              </a:defRPr>
            </a:lvl2pPr>
            <a:lvl3pPr algn="l">
              <a:defRPr sz="1350" b="0">
                <a:solidFill>
                  <a:srgbClr val="63796E"/>
                </a:solidFill>
                <a:latin typeface="Arial"/>
                <a:ea typeface="Arial"/>
                <a:cs typeface="Arial"/>
              </a:defRPr>
            </a:lvl3pPr>
            <a:lvl4pPr algn="l">
              <a:defRPr sz="1350" b="0">
                <a:solidFill>
                  <a:srgbClr val="63796E"/>
                </a:solidFill>
                <a:latin typeface="Arial"/>
                <a:ea typeface="Arial"/>
                <a:cs typeface="Arial"/>
              </a:defRPr>
            </a:lvl4pPr>
            <a:lvl5pPr algn="l">
              <a:defRPr sz="1350" b="0">
                <a:solidFill>
                  <a:srgbClr val="63796E"/>
                </a:solidFill>
                <a:latin typeface="Arial"/>
                <a:ea typeface="Arial"/>
                <a:cs typeface="Arial"/>
              </a:defRPr>
            </a:lvl5pPr>
            <a:lvl6pPr algn="l">
              <a:defRPr sz="1350" b="0">
                <a:solidFill>
                  <a:srgbClr val="63796E"/>
                </a:solidFill>
                <a:latin typeface="Arial"/>
                <a:ea typeface="Arial"/>
                <a:cs typeface="Arial"/>
              </a:defRPr>
            </a:lvl6pPr>
            <a:lvl7pPr algn="l">
              <a:defRPr sz="1350" b="0">
                <a:solidFill>
                  <a:srgbClr val="63796E"/>
                </a:solidFill>
                <a:latin typeface="Arial"/>
                <a:ea typeface="Arial"/>
                <a:cs typeface="Arial"/>
              </a:defRPr>
            </a:lvl7pPr>
            <a:lvl8pPr algn="l">
              <a:defRPr sz="1350" b="0">
                <a:solidFill>
                  <a:srgbClr val="63796E"/>
                </a:solidFill>
                <a:latin typeface="Arial"/>
                <a:ea typeface="Arial"/>
                <a:cs typeface="Arial"/>
              </a:defRPr>
            </a:lvl8pPr>
            <a:lvl9pPr algn="l">
              <a:defRPr sz="1350" b="0">
                <a:solidFill>
                  <a:srgbClr val="63796E"/>
                </a:solidFill>
                <a:latin typeface="Arial"/>
                <a:ea typeface="Arial"/>
                <a:cs typeface="Arial"/>
              </a:defRPr>
            </a:lvl9pPr>
          </a:lstStyle>
          <a:p xmlns:a="http://schemas.openxmlformats.org/drawingml/2006/main">
            <a:pPr algn="l">
              <a:defRPr sz="1350" b="0">
                <a:solidFill>
                  <a:srgbClr val="63796E"/>
                </a:solidFill>
                <a:latin typeface="Arial"/>
                <a:ea typeface="Arial"/>
                <a:cs typeface="Arial"/>
              </a:defRPr>
            </a:pPr>
            <a:r>
              <a:rPr sz="1350" b="0">
                <a:solidFill>
                  <a:srgbClr val="63796E"/>
                </a:solidFill>
                <a:latin typeface="Arial"/>
                <a:ea typeface="Arial"/>
                <a:cs typeface="Arial"/>
              </a:rPr>
              <a:t>Early study: 615 videos. Transition-region macro F1 is distinct from output-boundary F1.</a:t>
            </a:r>
          </a:p>
        </p:txBody>
      </p:sp>
    </p:spTree>
    <p:extLst>
      <p:ext uri="{BB962C8B-B14F-4D97-AF65-F5344CB8AC3E}">
        <p14:creationId xmlns:p14="http://schemas.microsoft.com/office/powerpoint/2010/main" val="407329258"/>
      </p:ext>
    </p:extLst>
  </p:cSld>
</p:sld>
</file>

<file path=ppt/slides/slide5.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2" name="YOLO + Adaptive Boundary-Aware GRU">
            <a:extLst xmlns:a="http://schemas.openxmlformats.org/drawingml/2006/main">
              <a:ext uri="{FF2B5EF4-FFF2-40B4-BE49-F238E27FC236}">
                <a16:creationId xmlns:a16="http://schemas.microsoft.com/office/drawing/2014/main" id="{BF0D6E63-B175-4CE7-912C-2BF4A2DBED8C}"/>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D3B33"/>
                </a:solidFill>
                <a:latin typeface="Arial"/>
                <a:ea typeface="Arial"/>
                <a:cs typeface="Arial"/>
              </a:defRPr>
            </a:defPPr>
            <a:lvl1pPr algn="l">
              <a:defRPr sz="3300" b="1">
                <a:solidFill>
                  <a:srgbClr val="1D3B33"/>
                </a:solidFill>
                <a:latin typeface="Arial"/>
                <a:ea typeface="Arial"/>
                <a:cs typeface="Arial"/>
              </a:defRPr>
            </a:lvl1pPr>
            <a:lvl2pPr algn="l">
              <a:defRPr sz="3300" b="1">
                <a:solidFill>
                  <a:srgbClr val="1D3B33"/>
                </a:solidFill>
                <a:latin typeface="Arial"/>
                <a:ea typeface="Arial"/>
                <a:cs typeface="Arial"/>
              </a:defRPr>
            </a:lvl2pPr>
            <a:lvl3pPr algn="l">
              <a:defRPr sz="3300" b="1">
                <a:solidFill>
                  <a:srgbClr val="1D3B33"/>
                </a:solidFill>
                <a:latin typeface="Arial"/>
                <a:ea typeface="Arial"/>
                <a:cs typeface="Arial"/>
              </a:defRPr>
            </a:lvl3pPr>
            <a:lvl4pPr algn="l">
              <a:defRPr sz="3300" b="1">
                <a:solidFill>
                  <a:srgbClr val="1D3B33"/>
                </a:solidFill>
                <a:latin typeface="Arial"/>
                <a:ea typeface="Arial"/>
                <a:cs typeface="Arial"/>
              </a:defRPr>
            </a:lvl4pPr>
            <a:lvl5pPr algn="l">
              <a:defRPr sz="3300" b="1">
                <a:solidFill>
                  <a:srgbClr val="1D3B33"/>
                </a:solidFill>
                <a:latin typeface="Arial"/>
                <a:ea typeface="Arial"/>
                <a:cs typeface="Arial"/>
              </a:defRPr>
            </a:lvl5pPr>
            <a:lvl6pPr algn="l">
              <a:defRPr sz="3300" b="1">
                <a:solidFill>
                  <a:srgbClr val="1D3B33"/>
                </a:solidFill>
                <a:latin typeface="Arial"/>
                <a:ea typeface="Arial"/>
                <a:cs typeface="Arial"/>
              </a:defRPr>
            </a:lvl6pPr>
            <a:lvl7pPr algn="l">
              <a:defRPr sz="3300" b="1">
                <a:solidFill>
                  <a:srgbClr val="1D3B33"/>
                </a:solidFill>
                <a:latin typeface="Arial"/>
                <a:ea typeface="Arial"/>
                <a:cs typeface="Arial"/>
              </a:defRPr>
            </a:lvl7pPr>
            <a:lvl8pPr algn="l">
              <a:defRPr sz="3300" b="1">
                <a:solidFill>
                  <a:srgbClr val="1D3B33"/>
                </a:solidFill>
                <a:latin typeface="Arial"/>
                <a:ea typeface="Arial"/>
                <a:cs typeface="Arial"/>
              </a:defRPr>
            </a:lvl8pPr>
            <a:lvl9pPr algn="l">
              <a:defRPr sz="3300" b="1">
                <a:solidFill>
                  <a:srgbClr val="1D3B33"/>
                </a:solidFill>
                <a:latin typeface="Arial"/>
                <a:ea typeface="Arial"/>
                <a:cs typeface="Arial"/>
              </a:defRPr>
            </a:lvl9pPr>
          </a:lstStyle>
          <a:p xmlns:a="http://schemas.openxmlformats.org/drawingml/2006/main">
            <a:pPr algn="l">
              <a:defRPr sz="3300" b="1">
                <a:solidFill>
                  <a:srgbClr val="1D3B33"/>
                </a:solidFill>
                <a:latin typeface="Arial"/>
                <a:ea typeface="Arial"/>
                <a:cs typeface="Arial"/>
              </a:defRPr>
            </a:pPr>
            <a:r>
              <a:rPr sz="3300" b="1">
                <a:solidFill>
                  <a:srgbClr val="1D3B33"/>
                </a:solidFill>
                <a:latin typeface="Arial"/>
                <a:ea typeface="Arial"/>
                <a:cs typeface="Arial"/>
              </a:rPr>
              <a:t>YOLO + Adaptive Boundary-Aware GRU</a:t>
            </a:r>
          </a:p>
        </p:txBody>
      </p:sp>
      <p:sp>
        <p:nvSpPr>
          <p:cNvPr id="3" name="Visual features, recurrent context and learned action bounda">
            <a:extLst xmlns:a="http://schemas.openxmlformats.org/drawingml/2006/main">
              <a:ext uri="{FF2B5EF4-FFF2-40B4-BE49-F238E27FC236}">
                <a16:creationId xmlns:a16="http://schemas.microsoft.com/office/drawing/2014/main" id="{48550080-9390-46C3-94EF-EF430672BE91}"/>
              </a:ext>
            </a:extLst>
          </p:cNvPr>
          <p:cNvSpPr>
            <a:spLocks xmlns:a="http://schemas.openxmlformats.org/drawingml/2006/main" noGrp="1"/>
          </p:cNvSpPr>
          <p:nvPr/>
        </p:nvSpPr>
        <p:spPr>
          <a:xfrm xmlns:a="http://schemas.openxmlformats.org/drawingml/2006/main">
            <a:off x="609600" y="11525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796E"/>
                </a:solidFill>
                <a:latin typeface="Arial"/>
                <a:ea typeface="Arial"/>
                <a:cs typeface="Arial"/>
              </a:defRPr>
            </a:defPPr>
            <a:lvl1pPr algn="l">
              <a:defRPr sz="1800" b="0">
                <a:solidFill>
                  <a:srgbClr val="63796E"/>
                </a:solidFill>
                <a:latin typeface="Arial"/>
                <a:ea typeface="Arial"/>
                <a:cs typeface="Arial"/>
              </a:defRPr>
            </a:lvl1pPr>
            <a:lvl2pPr algn="l">
              <a:defRPr sz="1800" b="0">
                <a:solidFill>
                  <a:srgbClr val="63796E"/>
                </a:solidFill>
                <a:latin typeface="Arial"/>
                <a:ea typeface="Arial"/>
                <a:cs typeface="Arial"/>
              </a:defRPr>
            </a:lvl2pPr>
            <a:lvl3pPr algn="l">
              <a:defRPr sz="1800" b="0">
                <a:solidFill>
                  <a:srgbClr val="63796E"/>
                </a:solidFill>
                <a:latin typeface="Arial"/>
                <a:ea typeface="Arial"/>
                <a:cs typeface="Arial"/>
              </a:defRPr>
            </a:lvl3pPr>
            <a:lvl4pPr algn="l">
              <a:defRPr sz="1800" b="0">
                <a:solidFill>
                  <a:srgbClr val="63796E"/>
                </a:solidFill>
                <a:latin typeface="Arial"/>
                <a:ea typeface="Arial"/>
                <a:cs typeface="Arial"/>
              </a:defRPr>
            </a:lvl4pPr>
            <a:lvl5pPr algn="l">
              <a:defRPr sz="1800" b="0">
                <a:solidFill>
                  <a:srgbClr val="63796E"/>
                </a:solidFill>
                <a:latin typeface="Arial"/>
                <a:ea typeface="Arial"/>
                <a:cs typeface="Arial"/>
              </a:defRPr>
            </a:lvl5pPr>
            <a:lvl6pPr algn="l">
              <a:defRPr sz="1800" b="0">
                <a:solidFill>
                  <a:srgbClr val="63796E"/>
                </a:solidFill>
                <a:latin typeface="Arial"/>
                <a:ea typeface="Arial"/>
                <a:cs typeface="Arial"/>
              </a:defRPr>
            </a:lvl6pPr>
            <a:lvl7pPr algn="l">
              <a:defRPr sz="1800" b="0">
                <a:solidFill>
                  <a:srgbClr val="63796E"/>
                </a:solidFill>
                <a:latin typeface="Arial"/>
                <a:ea typeface="Arial"/>
                <a:cs typeface="Arial"/>
              </a:defRPr>
            </a:lvl7pPr>
            <a:lvl8pPr algn="l">
              <a:defRPr sz="1800" b="0">
                <a:solidFill>
                  <a:srgbClr val="63796E"/>
                </a:solidFill>
                <a:latin typeface="Arial"/>
                <a:ea typeface="Arial"/>
                <a:cs typeface="Arial"/>
              </a:defRPr>
            </a:lvl8pPr>
            <a:lvl9pPr algn="l">
              <a:defRPr sz="1800" b="0">
                <a:solidFill>
                  <a:srgbClr val="63796E"/>
                </a:solidFill>
                <a:latin typeface="Arial"/>
                <a:ea typeface="Arial"/>
                <a:cs typeface="Arial"/>
              </a:defRPr>
            </a:lvl9pPr>
          </a:lstStyle>
          <a:p xmlns:a="http://schemas.openxmlformats.org/drawingml/2006/main">
            <a:pPr algn="l">
              <a:defRPr sz="1800" b="0">
                <a:solidFill>
                  <a:srgbClr val="63796E"/>
                </a:solidFill>
                <a:latin typeface="Arial"/>
                <a:ea typeface="Arial"/>
                <a:cs typeface="Arial"/>
              </a:defRPr>
            </a:pPr>
            <a:r>
              <a:rPr sz="1800" b="0">
                <a:solidFill>
                  <a:srgbClr val="63796E"/>
                </a:solidFill>
                <a:latin typeface="Arial"/>
                <a:ea typeface="Arial"/>
                <a:cs typeface="Arial"/>
              </a:rPr>
              <a:t>Visual features, recurrent context and learned action boundaries</a:t>
            </a:r>
          </a:p>
        </p:txBody>
      </p:sp>
      <p:sp>
        <p:nvSpPr>
          <p:cNvPr id="4" name="GROUP 43  /  FINAL PROJECT">
            <a:extLst xmlns:a="http://schemas.openxmlformats.org/drawingml/2006/main">
              <a:ext uri="{FF2B5EF4-FFF2-40B4-BE49-F238E27FC236}">
                <a16:creationId xmlns:a16="http://schemas.microsoft.com/office/drawing/2014/main" id="{85EF8E95-CD85-4423-8FC7-FFE6BA7A4D7C}"/>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796E"/>
                </a:solidFill>
                <a:latin typeface="Arial"/>
                <a:ea typeface="Arial"/>
                <a:cs typeface="Arial"/>
              </a:defRPr>
            </a:defPPr>
            <a:lvl1pPr algn="l">
              <a:defRPr sz="1200" b="0">
                <a:solidFill>
                  <a:srgbClr val="63796E"/>
                </a:solidFill>
                <a:latin typeface="Arial"/>
                <a:ea typeface="Arial"/>
                <a:cs typeface="Arial"/>
              </a:defRPr>
            </a:lvl1pPr>
            <a:lvl2pPr algn="l">
              <a:defRPr sz="1200" b="0">
                <a:solidFill>
                  <a:srgbClr val="63796E"/>
                </a:solidFill>
                <a:latin typeface="Arial"/>
                <a:ea typeface="Arial"/>
                <a:cs typeface="Arial"/>
              </a:defRPr>
            </a:lvl2pPr>
            <a:lvl3pPr algn="l">
              <a:defRPr sz="1200" b="0">
                <a:solidFill>
                  <a:srgbClr val="63796E"/>
                </a:solidFill>
                <a:latin typeface="Arial"/>
                <a:ea typeface="Arial"/>
                <a:cs typeface="Arial"/>
              </a:defRPr>
            </a:lvl3pPr>
            <a:lvl4pPr algn="l">
              <a:defRPr sz="1200" b="0">
                <a:solidFill>
                  <a:srgbClr val="63796E"/>
                </a:solidFill>
                <a:latin typeface="Arial"/>
                <a:ea typeface="Arial"/>
                <a:cs typeface="Arial"/>
              </a:defRPr>
            </a:lvl4pPr>
            <a:lvl5pPr algn="l">
              <a:defRPr sz="1200" b="0">
                <a:solidFill>
                  <a:srgbClr val="63796E"/>
                </a:solidFill>
                <a:latin typeface="Arial"/>
                <a:ea typeface="Arial"/>
                <a:cs typeface="Arial"/>
              </a:defRPr>
            </a:lvl5pPr>
            <a:lvl6pPr algn="l">
              <a:defRPr sz="1200" b="0">
                <a:solidFill>
                  <a:srgbClr val="63796E"/>
                </a:solidFill>
                <a:latin typeface="Arial"/>
                <a:ea typeface="Arial"/>
                <a:cs typeface="Arial"/>
              </a:defRPr>
            </a:lvl6pPr>
            <a:lvl7pPr algn="l">
              <a:defRPr sz="1200" b="0">
                <a:solidFill>
                  <a:srgbClr val="63796E"/>
                </a:solidFill>
                <a:latin typeface="Arial"/>
                <a:ea typeface="Arial"/>
                <a:cs typeface="Arial"/>
              </a:defRPr>
            </a:lvl7pPr>
            <a:lvl8pPr algn="l">
              <a:defRPr sz="1200" b="0">
                <a:solidFill>
                  <a:srgbClr val="63796E"/>
                </a:solidFill>
                <a:latin typeface="Arial"/>
                <a:ea typeface="Arial"/>
                <a:cs typeface="Arial"/>
              </a:defRPr>
            </a:lvl8pPr>
            <a:lvl9pPr algn="l">
              <a:defRPr sz="1200" b="0">
                <a:solidFill>
                  <a:srgbClr val="63796E"/>
                </a:solidFill>
                <a:latin typeface="Arial"/>
                <a:ea typeface="Arial"/>
                <a:cs typeface="Arial"/>
              </a:defRPr>
            </a:lvl9pPr>
          </a:lstStyle>
          <a:p xmlns:a="http://schemas.openxmlformats.org/drawingml/2006/main">
            <a:pPr algn="l">
              <a:defRPr sz="1200" b="0">
                <a:solidFill>
                  <a:srgbClr val="63796E"/>
                </a:solidFill>
                <a:latin typeface="Arial"/>
                <a:ea typeface="Arial"/>
                <a:cs typeface="Arial"/>
              </a:defRPr>
            </a:pPr>
            <a:r>
              <a:rPr sz="1200" b="0">
                <a:solidFill>
                  <a:srgbClr val="63796E"/>
                </a:solidFill>
                <a:latin typeface="Arial"/>
                <a:ea typeface="Arial"/>
                <a:cs typeface="Arial"/>
              </a:rPr>
              <a:t>GROUP 43  /  FINAL PROJECT</a:t>
            </a:r>
          </a:p>
        </p:txBody>
      </p:sp>
      <p:sp>
        <p:nvSpPr>
          <p:cNvPr id="5" name="05">
            <a:extLst xmlns:a="http://schemas.openxmlformats.org/drawingml/2006/main">
              <a:ext uri="{FF2B5EF4-FFF2-40B4-BE49-F238E27FC236}">
                <a16:creationId xmlns:a16="http://schemas.microsoft.com/office/drawing/2014/main" id="{425421B9-A62C-48CE-9BBE-FFF6C27C9D15}"/>
              </a:ext>
            </a:extLst>
          </p:cNvPr>
          <p:cNvSpPr>
            <a:spLocks xmlns:a="http://schemas.openxmlformats.org/drawingml/2006/main" noGrp="1"/>
          </p:cNvSpPr>
          <p:nvPr/>
        </p:nvSpPr>
        <p:spPr>
          <a:xfrm xmlns:a="http://schemas.openxmlformats.org/drawingml/2006/main">
            <a:off x="11049000" y="63722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63796E"/>
                </a:solidFill>
                <a:latin typeface="Arial"/>
                <a:ea typeface="Arial"/>
                <a:cs typeface="Arial"/>
              </a:defRPr>
            </a:defPPr>
            <a:lvl1pPr algn="r">
              <a:defRPr sz="1500" b="0">
                <a:solidFill>
                  <a:srgbClr val="63796E"/>
                </a:solidFill>
                <a:latin typeface="Arial"/>
                <a:ea typeface="Arial"/>
                <a:cs typeface="Arial"/>
              </a:defRPr>
            </a:lvl1pPr>
            <a:lvl2pPr algn="r">
              <a:defRPr sz="1500" b="0">
                <a:solidFill>
                  <a:srgbClr val="63796E"/>
                </a:solidFill>
                <a:latin typeface="Arial"/>
                <a:ea typeface="Arial"/>
                <a:cs typeface="Arial"/>
              </a:defRPr>
            </a:lvl2pPr>
            <a:lvl3pPr algn="r">
              <a:defRPr sz="1500" b="0">
                <a:solidFill>
                  <a:srgbClr val="63796E"/>
                </a:solidFill>
                <a:latin typeface="Arial"/>
                <a:ea typeface="Arial"/>
                <a:cs typeface="Arial"/>
              </a:defRPr>
            </a:lvl3pPr>
            <a:lvl4pPr algn="r">
              <a:defRPr sz="1500" b="0">
                <a:solidFill>
                  <a:srgbClr val="63796E"/>
                </a:solidFill>
                <a:latin typeface="Arial"/>
                <a:ea typeface="Arial"/>
                <a:cs typeface="Arial"/>
              </a:defRPr>
            </a:lvl4pPr>
            <a:lvl5pPr algn="r">
              <a:defRPr sz="1500" b="0">
                <a:solidFill>
                  <a:srgbClr val="63796E"/>
                </a:solidFill>
                <a:latin typeface="Arial"/>
                <a:ea typeface="Arial"/>
                <a:cs typeface="Arial"/>
              </a:defRPr>
            </a:lvl5pPr>
            <a:lvl6pPr algn="r">
              <a:defRPr sz="1500" b="0">
                <a:solidFill>
                  <a:srgbClr val="63796E"/>
                </a:solidFill>
                <a:latin typeface="Arial"/>
                <a:ea typeface="Arial"/>
                <a:cs typeface="Arial"/>
              </a:defRPr>
            </a:lvl6pPr>
            <a:lvl7pPr algn="r">
              <a:defRPr sz="1500" b="0">
                <a:solidFill>
                  <a:srgbClr val="63796E"/>
                </a:solidFill>
                <a:latin typeface="Arial"/>
                <a:ea typeface="Arial"/>
                <a:cs typeface="Arial"/>
              </a:defRPr>
            </a:lvl7pPr>
            <a:lvl8pPr algn="r">
              <a:defRPr sz="1500" b="0">
                <a:solidFill>
                  <a:srgbClr val="63796E"/>
                </a:solidFill>
                <a:latin typeface="Arial"/>
                <a:ea typeface="Arial"/>
                <a:cs typeface="Arial"/>
              </a:defRPr>
            </a:lvl8pPr>
            <a:lvl9pPr algn="r">
              <a:defRPr sz="1500" b="0">
                <a:solidFill>
                  <a:srgbClr val="63796E"/>
                </a:solidFill>
                <a:latin typeface="Arial"/>
                <a:ea typeface="Arial"/>
                <a:cs typeface="Arial"/>
              </a:defRPr>
            </a:lvl9pPr>
          </a:lstStyle>
          <a:p xmlns:a="http://schemas.openxmlformats.org/drawingml/2006/main">
            <a:pPr algn="r">
              <a:defRPr sz="1500" b="0">
                <a:solidFill>
                  <a:srgbClr val="63796E"/>
                </a:solidFill>
                <a:latin typeface="Arial"/>
                <a:ea typeface="Arial"/>
                <a:cs typeface="Arial"/>
              </a:defRPr>
            </a:pPr>
            <a:r>
              <a:rPr sz="1500" b="0">
                <a:solidFill>
                  <a:srgbClr val="63796E"/>
                </a:solidFill>
                <a:latin typeface="Arial"/>
                <a:ea typeface="Arial"/>
                <a:cs typeface="Arial"/>
              </a:rPr>
              <a:t>05</a:t>
            </a:r>
          </a:p>
        </p:txBody>
      </p:sp>
      <p:pic>
        <p:nvPicPr>
          <p:cNvPr id="6" name="">
            <a:extLst xmlns:a="http://schemas.openxmlformats.org/drawingml/2006/main">
              <a:ext uri="{FF2B5EF4-FFF2-40B4-BE49-F238E27FC236}">
                <a16:creationId xmlns:a16="http://schemas.microsoft.com/office/drawing/2014/main" id="{7ADE5779-651F-4275-9B34-7AA86B7A3736}"/>
              </a:ext>
            </a:extLst>
          </p:cNvPr>
          <p:cNvPicPr>
            <a:picLocks xmlns:a="http://schemas.openxmlformats.org/drawingml/2006/main" noChangeAspect="1"/>
          </p:cNvPicPr>
          <p:nvPr/>
        </p:nvPicPr>
        <p:blipFill>
          <a:blip xmlns:r="http://schemas.openxmlformats.org/officeDocument/2006/relationships" xmlns:a="http://schemas.openxmlformats.org/drawingml/2006/main" r:embed="R1cc059c7cc79423f"/>
          <a:stretch xmlns:a="http://schemas.openxmlformats.org/drawingml/2006/main"/>
        </p:blipFill>
        <p:spPr>
          <a:xfrm xmlns:a="http://schemas.openxmlformats.org/drawingml/2006/main">
            <a:off x="1870676" y="1704975"/>
            <a:ext cx="8431598" cy="4191000"/>
          </a:xfrm>
          <a:prstGeom xmlns:a="http://schemas.openxmlformats.org/drawingml/2006/main" prst="rect">
            <a:avLst/>
          </a:prstGeom>
        </p:spPr>
      </p:pic>
      <p:sp>
        <p:nvSpPr>
          <p:cNvPr id="7" name="Frame input  1088 × 1088">
            <a:extLst xmlns:a="http://schemas.openxmlformats.org/drawingml/2006/main">
              <a:ext uri="{FF2B5EF4-FFF2-40B4-BE49-F238E27FC236}">
                <a16:creationId xmlns:a16="http://schemas.microsoft.com/office/drawing/2014/main" id="{4FD96D72-5006-44B9-91EF-BE0D8F578F77}"/>
              </a:ext>
            </a:extLst>
          </p:cNvPr>
          <p:cNvSpPr>
            <a:spLocks xmlns:a="http://schemas.openxmlformats.org/drawingml/2006/main" noGrp="1"/>
          </p:cNvSpPr>
          <p:nvPr/>
        </p:nvSpPr>
        <p:spPr>
          <a:xfrm xmlns:a="http://schemas.openxmlformats.org/drawingml/2006/main">
            <a:off x="723900" y="595312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96E"/>
                </a:solidFill>
                <a:latin typeface="Arial"/>
                <a:ea typeface="Arial"/>
                <a:cs typeface="Arial"/>
              </a:defRPr>
            </a:defPPr>
            <a:lvl1pPr algn="l">
              <a:defRPr sz="1500" b="0">
                <a:solidFill>
                  <a:srgbClr val="63796E"/>
                </a:solidFill>
                <a:latin typeface="Arial"/>
                <a:ea typeface="Arial"/>
                <a:cs typeface="Arial"/>
              </a:defRPr>
            </a:lvl1pPr>
            <a:lvl2pPr algn="l">
              <a:defRPr sz="1500" b="0">
                <a:solidFill>
                  <a:srgbClr val="63796E"/>
                </a:solidFill>
                <a:latin typeface="Arial"/>
                <a:ea typeface="Arial"/>
                <a:cs typeface="Arial"/>
              </a:defRPr>
            </a:lvl2pPr>
            <a:lvl3pPr algn="l">
              <a:defRPr sz="1500" b="0">
                <a:solidFill>
                  <a:srgbClr val="63796E"/>
                </a:solidFill>
                <a:latin typeface="Arial"/>
                <a:ea typeface="Arial"/>
                <a:cs typeface="Arial"/>
              </a:defRPr>
            </a:lvl3pPr>
            <a:lvl4pPr algn="l">
              <a:defRPr sz="1500" b="0">
                <a:solidFill>
                  <a:srgbClr val="63796E"/>
                </a:solidFill>
                <a:latin typeface="Arial"/>
                <a:ea typeface="Arial"/>
                <a:cs typeface="Arial"/>
              </a:defRPr>
            </a:lvl4pPr>
            <a:lvl5pPr algn="l">
              <a:defRPr sz="1500" b="0">
                <a:solidFill>
                  <a:srgbClr val="63796E"/>
                </a:solidFill>
                <a:latin typeface="Arial"/>
                <a:ea typeface="Arial"/>
                <a:cs typeface="Arial"/>
              </a:defRPr>
            </a:lvl5pPr>
            <a:lvl6pPr algn="l">
              <a:defRPr sz="1500" b="0">
                <a:solidFill>
                  <a:srgbClr val="63796E"/>
                </a:solidFill>
                <a:latin typeface="Arial"/>
                <a:ea typeface="Arial"/>
                <a:cs typeface="Arial"/>
              </a:defRPr>
            </a:lvl6pPr>
            <a:lvl7pPr algn="l">
              <a:defRPr sz="1500" b="0">
                <a:solidFill>
                  <a:srgbClr val="63796E"/>
                </a:solidFill>
                <a:latin typeface="Arial"/>
                <a:ea typeface="Arial"/>
                <a:cs typeface="Arial"/>
              </a:defRPr>
            </a:lvl7pPr>
            <a:lvl8pPr algn="l">
              <a:defRPr sz="1500" b="0">
                <a:solidFill>
                  <a:srgbClr val="63796E"/>
                </a:solidFill>
                <a:latin typeface="Arial"/>
                <a:ea typeface="Arial"/>
                <a:cs typeface="Arial"/>
              </a:defRPr>
            </a:lvl8pPr>
            <a:lvl9pPr algn="l">
              <a:defRPr sz="1500" b="0">
                <a:solidFill>
                  <a:srgbClr val="63796E"/>
                </a:solidFill>
                <a:latin typeface="Arial"/>
                <a:ea typeface="Arial"/>
                <a:cs typeface="Arial"/>
              </a:defRPr>
            </a:lvl9pPr>
          </a:lstStyle>
          <a:p xmlns:a="http://schemas.openxmlformats.org/drawingml/2006/main">
            <a:pPr algn="l">
              <a:defRPr sz="1500" b="0">
                <a:solidFill>
                  <a:srgbClr val="63796E"/>
                </a:solidFill>
                <a:latin typeface="Arial"/>
                <a:ea typeface="Arial"/>
                <a:cs typeface="Arial"/>
              </a:defRPr>
            </a:pPr>
            <a:r>
              <a:rPr sz="1500" b="0">
                <a:solidFill>
                  <a:srgbClr val="63796E"/>
                </a:solidFill>
                <a:latin typeface="Arial"/>
                <a:ea typeface="Arial"/>
                <a:cs typeface="Arial"/>
              </a:rPr>
              <a:t>Frame input  1088 × 1088</a:t>
            </a:r>
          </a:p>
        </p:txBody>
      </p:sp>
      <p:sp>
        <p:nvSpPr>
          <p:cNvPr id="8" name="Incremental, unidirectional temporal model">
            <a:extLst xmlns:a="http://schemas.openxmlformats.org/drawingml/2006/main">
              <a:ext uri="{FF2B5EF4-FFF2-40B4-BE49-F238E27FC236}">
                <a16:creationId xmlns:a16="http://schemas.microsoft.com/office/drawing/2014/main" id="{325FD140-2C0D-4D22-A718-0BCB5535EA0C}"/>
              </a:ext>
            </a:extLst>
          </p:cNvPr>
          <p:cNvSpPr>
            <a:spLocks xmlns:a="http://schemas.openxmlformats.org/drawingml/2006/main" noGrp="1"/>
          </p:cNvSpPr>
          <p:nvPr/>
        </p:nvSpPr>
        <p:spPr>
          <a:xfrm xmlns:a="http://schemas.openxmlformats.org/drawingml/2006/main">
            <a:off x="6286500" y="5953125"/>
            <a:ext cx="518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63796E"/>
                </a:solidFill>
                <a:latin typeface="Arial"/>
                <a:ea typeface="Arial"/>
                <a:cs typeface="Arial"/>
              </a:defRPr>
            </a:defPPr>
            <a:lvl1pPr algn="r">
              <a:defRPr sz="1500" b="0">
                <a:solidFill>
                  <a:srgbClr val="63796E"/>
                </a:solidFill>
                <a:latin typeface="Arial"/>
                <a:ea typeface="Arial"/>
                <a:cs typeface="Arial"/>
              </a:defRPr>
            </a:lvl1pPr>
            <a:lvl2pPr algn="r">
              <a:defRPr sz="1500" b="0">
                <a:solidFill>
                  <a:srgbClr val="63796E"/>
                </a:solidFill>
                <a:latin typeface="Arial"/>
                <a:ea typeface="Arial"/>
                <a:cs typeface="Arial"/>
              </a:defRPr>
            </a:lvl2pPr>
            <a:lvl3pPr algn="r">
              <a:defRPr sz="1500" b="0">
                <a:solidFill>
                  <a:srgbClr val="63796E"/>
                </a:solidFill>
                <a:latin typeface="Arial"/>
                <a:ea typeface="Arial"/>
                <a:cs typeface="Arial"/>
              </a:defRPr>
            </a:lvl3pPr>
            <a:lvl4pPr algn="r">
              <a:defRPr sz="1500" b="0">
                <a:solidFill>
                  <a:srgbClr val="63796E"/>
                </a:solidFill>
                <a:latin typeface="Arial"/>
                <a:ea typeface="Arial"/>
                <a:cs typeface="Arial"/>
              </a:defRPr>
            </a:lvl4pPr>
            <a:lvl5pPr algn="r">
              <a:defRPr sz="1500" b="0">
                <a:solidFill>
                  <a:srgbClr val="63796E"/>
                </a:solidFill>
                <a:latin typeface="Arial"/>
                <a:ea typeface="Arial"/>
                <a:cs typeface="Arial"/>
              </a:defRPr>
            </a:lvl5pPr>
            <a:lvl6pPr algn="r">
              <a:defRPr sz="1500" b="0">
                <a:solidFill>
                  <a:srgbClr val="63796E"/>
                </a:solidFill>
                <a:latin typeface="Arial"/>
                <a:ea typeface="Arial"/>
                <a:cs typeface="Arial"/>
              </a:defRPr>
            </a:lvl6pPr>
            <a:lvl7pPr algn="r">
              <a:defRPr sz="1500" b="0">
                <a:solidFill>
                  <a:srgbClr val="63796E"/>
                </a:solidFill>
                <a:latin typeface="Arial"/>
                <a:ea typeface="Arial"/>
                <a:cs typeface="Arial"/>
              </a:defRPr>
            </a:lvl7pPr>
            <a:lvl8pPr algn="r">
              <a:defRPr sz="1500" b="0">
                <a:solidFill>
                  <a:srgbClr val="63796E"/>
                </a:solidFill>
                <a:latin typeface="Arial"/>
                <a:ea typeface="Arial"/>
                <a:cs typeface="Arial"/>
              </a:defRPr>
            </a:lvl8pPr>
            <a:lvl9pPr algn="r">
              <a:defRPr sz="1500" b="0">
                <a:solidFill>
                  <a:srgbClr val="63796E"/>
                </a:solidFill>
                <a:latin typeface="Arial"/>
                <a:ea typeface="Arial"/>
                <a:cs typeface="Arial"/>
              </a:defRPr>
            </a:lvl9pPr>
          </a:lstStyle>
          <a:p xmlns:a="http://schemas.openxmlformats.org/drawingml/2006/main">
            <a:pPr algn="r">
              <a:defRPr sz="1500" b="0">
                <a:solidFill>
                  <a:srgbClr val="63796E"/>
                </a:solidFill>
                <a:latin typeface="Arial"/>
                <a:ea typeface="Arial"/>
                <a:cs typeface="Arial"/>
              </a:defRPr>
            </a:pPr>
            <a:r>
              <a:rPr sz="1500" b="0">
                <a:solidFill>
                  <a:srgbClr val="63796E"/>
                </a:solidFill>
                <a:latin typeface="Arial"/>
                <a:ea typeface="Arial"/>
                <a:cs typeface="Arial"/>
              </a:rPr>
              <a:t>Incremental, unidirectional temporal model</a:t>
            </a:r>
          </a:p>
        </p:txBody>
      </p:sp>
    </p:spTree>
    <p:extLst>
      <p:ext uri="{BB962C8B-B14F-4D97-AF65-F5344CB8AC3E}">
        <p14:creationId xmlns:p14="http://schemas.microsoft.com/office/powerpoint/2010/main" val="1259669532"/>
      </p:ext>
    </p:extLst>
  </p:cSld>
</p:sld>
</file>

<file path=ppt/slides/slide6.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2" name="Adaptive action confirmation">
            <a:extLst xmlns:a="http://schemas.openxmlformats.org/drawingml/2006/main">
              <a:ext uri="{FF2B5EF4-FFF2-40B4-BE49-F238E27FC236}">
                <a16:creationId xmlns:a16="http://schemas.microsoft.com/office/drawing/2014/main" id="{C3648B4B-9517-4873-9357-BBC3009C8126}"/>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D3B33"/>
                </a:solidFill>
                <a:latin typeface="Arial"/>
                <a:ea typeface="Arial"/>
                <a:cs typeface="Arial"/>
              </a:defRPr>
            </a:defPPr>
            <a:lvl1pPr algn="l">
              <a:defRPr sz="3300" b="1">
                <a:solidFill>
                  <a:srgbClr val="1D3B33"/>
                </a:solidFill>
                <a:latin typeface="Arial"/>
                <a:ea typeface="Arial"/>
                <a:cs typeface="Arial"/>
              </a:defRPr>
            </a:lvl1pPr>
            <a:lvl2pPr algn="l">
              <a:defRPr sz="3300" b="1">
                <a:solidFill>
                  <a:srgbClr val="1D3B33"/>
                </a:solidFill>
                <a:latin typeface="Arial"/>
                <a:ea typeface="Arial"/>
                <a:cs typeface="Arial"/>
              </a:defRPr>
            </a:lvl2pPr>
            <a:lvl3pPr algn="l">
              <a:defRPr sz="3300" b="1">
                <a:solidFill>
                  <a:srgbClr val="1D3B33"/>
                </a:solidFill>
                <a:latin typeface="Arial"/>
                <a:ea typeface="Arial"/>
                <a:cs typeface="Arial"/>
              </a:defRPr>
            </a:lvl3pPr>
            <a:lvl4pPr algn="l">
              <a:defRPr sz="3300" b="1">
                <a:solidFill>
                  <a:srgbClr val="1D3B33"/>
                </a:solidFill>
                <a:latin typeface="Arial"/>
                <a:ea typeface="Arial"/>
                <a:cs typeface="Arial"/>
              </a:defRPr>
            </a:lvl4pPr>
            <a:lvl5pPr algn="l">
              <a:defRPr sz="3300" b="1">
                <a:solidFill>
                  <a:srgbClr val="1D3B33"/>
                </a:solidFill>
                <a:latin typeface="Arial"/>
                <a:ea typeface="Arial"/>
                <a:cs typeface="Arial"/>
              </a:defRPr>
            </a:lvl5pPr>
            <a:lvl6pPr algn="l">
              <a:defRPr sz="3300" b="1">
                <a:solidFill>
                  <a:srgbClr val="1D3B33"/>
                </a:solidFill>
                <a:latin typeface="Arial"/>
                <a:ea typeface="Arial"/>
                <a:cs typeface="Arial"/>
              </a:defRPr>
            </a:lvl6pPr>
            <a:lvl7pPr algn="l">
              <a:defRPr sz="3300" b="1">
                <a:solidFill>
                  <a:srgbClr val="1D3B33"/>
                </a:solidFill>
                <a:latin typeface="Arial"/>
                <a:ea typeface="Arial"/>
                <a:cs typeface="Arial"/>
              </a:defRPr>
            </a:lvl7pPr>
            <a:lvl8pPr algn="l">
              <a:defRPr sz="3300" b="1">
                <a:solidFill>
                  <a:srgbClr val="1D3B33"/>
                </a:solidFill>
                <a:latin typeface="Arial"/>
                <a:ea typeface="Arial"/>
                <a:cs typeface="Arial"/>
              </a:defRPr>
            </a:lvl8pPr>
            <a:lvl9pPr algn="l">
              <a:defRPr sz="3300" b="1">
                <a:solidFill>
                  <a:srgbClr val="1D3B33"/>
                </a:solidFill>
                <a:latin typeface="Arial"/>
                <a:ea typeface="Arial"/>
                <a:cs typeface="Arial"/>
              </a:defRPr>
            </a:lvl9pPr>
          </a:lstStyle>
          <a:p xmlns:a="http://schemas.openxmlformats.org/drawingml/2006/main">
            <a:pPr algn="l">
              <a:defRPr sz="3300" b="1">
                <a:solidFill>
                  <a:srgbClr val="1D3B33"/>
                </a:solidFill>
                <a:latin typeface="Arial"/>
                <a:ea typeface="Arial"/>
                <a:cs typeface="Arial"/>
              </a:defRPr>
            </a:pPr>
            <a:r>
              <a:rPr sz="3300" b="1">
                <a:solidFill>
                  <a:srgbClr val="1D3B33"/>
                </a:solidFill>
                <a:latin typeface="Arial"/>
                <a:ea typeface="Arial"/>
                <a:cs typeface="Arial"/>
              </a:rPr>
              <a:t>Adaptive action confirmation</a:t>
            </a:r>
          </a:p>
        </p:txBody>
      </p:sp>
      <p:sp>
        <p:nvSpPr>
          <p:cNvPr id="3" name="A segment must earn its place in the action chain">
            <a:extLst xmlns:a="http://schemas.openxmlformats.org/drawingml/2006/main">
              <a:ext uri="{FF2B5EF4-FFF2-40B4-BE49-F238E27FC236}">
                <a16:creationId xmlns:a16="http://schemas.microsoft.com/office/drawing/2014/main" id="{40F42BB2-B7F5-4906-B2A7-AC8219E39175}"/>
              </a:ext>
            </a:extLst>
          </p:cNvPr>
          <p:cNvSpPr>
            <a:spLocks xmlns:a="http://schemas.openxmlformats.org/drawingml/2006/main" noGrp="1"/>
          </p:cNvSpPr>
          <p:nvPr/>
        </p:nvSpPr>
        <p:spPr>
          <a:xfrm xmlns:a="http://schemas.openxmlformats.org/drawingml/2006/main">
            <a:off x="609600" y="11525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796E"/>
                </a:solidFill>
                <a:latin typeface="Arial"/>
                <a:ea typeface="Arial"/>
                <a:cs typeface="Arial"/>
              </a:defRPr>
            </a:defPPr>
            <a:lvl1pPr algn="l">
              <a:defRPr sz="1800" b="0">
                <a:solidFill>
                  <a:srgbClr val="63796E"/>
                </a:solidFill>
                <a:latin typeface="Arial"/>
                <a:ea typeface="Arial"/>
                <a:cs typeface="Arial"/>
              </a:defRPr>
            </a:lvl1pPr>
            <a:lvl2pPr algn="l">
              <a:defRPr sz="1800" b="0">
                <a:solidFill>
                  <a:srgbClr val="63796E"/>
                </a:solidFill>
                <a:latin typeface="Arial"/>
                <a:ea typeface="Arial"/>
                <a:cs typeface="Arial"/>
              </a:defRPr>
            </a:lvl2pPr>
            <a:lvl3pPr algn="l">
              <a:defRPr sz="1800" b="0">
                <a:solidFill>
                  <a:srgbClr val="63796E"/>
                </a:solidFill>
                <a:latin typeface="Arial"/>
                <a:ea typeface="Arial"/>
                <a:cs typeface="Arial"/>
              </a:defRPr>
            </a:lvl3pPr>
            <a:lvl4pPr algn="l">
              <a:defRPr sz="1800" b="0">
                <a:solidFill>
                  <a:srgbClr val="63796E"/>
                </a:solidFill>
                <a:latin typeface="Arial"/>
                <a:ea typeface="Arial"/>
                <a:cs typeface="Arial"/>
              </a:defRPr>
            </a:lvl4pPr>
            <a:lvl5pPr algn="l">
              <a:defRPr sz="1800" b="0">
                <a:solidFill>
                  <a:srgbClr val="63796E"/>
                </a:solidFill>
                <a:latin typeface="Arial"/>
                <a:ea typeface="Arial"/>
                <a:cs typeface="Arial"/>
              </a:defRPr>
            </a:lvl5pPr>
            <a:lvl6pPr algn="l">
              <a:defRPr sz="1800" b="0">
                <a:solidFill>
                  <a:srgbClr val="63796E"/>
                </a:solidFill>
                <a:latin typeface="Arial"/>
                <a:ea typeface="Arial"/>
                <a:cs typeface="Arial"/>
              </a:defRPr>
            </a:lvl6pPr>
            <a:lvl7pPr algn="l">
              <a:defRPr sz="1800" b="0">
                <a:solidFill>
                  <a:srgbClr val="63796E"/>
                </a:solidFill>
                <a:latin typeface="Arial"/>
                <a:ea typeface="Arial"/>
                <a:cs typeface="Arial"/>
              </a:defRPr>
            </a:lvl7pPr>
            <a:lvl8pPr algn="l">
              <a:defRPr sz="1800" b="0">
                <a:solidFill>
                  <a:srgbClr val="63796E"/>
                </a:solidFill>
                <a:latin typeface="Arial"/>
                <a:ea typeface="Arial"/>
                <a:cs typeface="Arial"/>
              </a:defRPr>
            </a:lvl8pPr>
            <a:lvl9pPr algn="l">
              <a:defRPr sz="1800" b="0">
                <a:solidFill>
                  <a:srgbClr val="63796E"/>
                </a:solidFill>
                <a:latin typeface="Arial"/>
                <a:ea typeface="Arial"/>
                <a:cs typeface="Arial"/>
              </a:defRPr>
            </a:lvl9pPr>
          </a:lstStyle>
          <a:p xmlns:a="http://schemas.openxmlformats.org/drawingml/2006/main">
            <a:pPr algn="l">
              <a:defRPr sz="1800" b="0">
                <a:solidFill>
                  <a:srgbClr val="63796E"/>
                </a:solidFill>
                <a:latin typeface="Arial"/>
                <a:ea typeface="Arial"/>
                <a:cs typeface="Arial"/>
              </a:defRPr>
            </a:pPr>
            <a:r>
              <a:rPr sz="1800" b="0">
                <a:solidFill>
                  <a:srgbClr val="63796E"/>
                </a:solidFill>
                <a:latin typeface="Arial"/>
                <a:ea typeface="Arial"/>
                <a:cs typeface="Arial"/>
              </a:rPr>
              <a:t>A segment must earn its place in the action chain</a:t>
            </a:r>
          </a:p>
        </p:txBody>
      </p:sp>
      <p:sp>
        <p:nvSpPr>
          <p:cNvPr id="4" name="GROUP 43  /  FINAL PROJECT">
            <a:extLst xmlns:a="http://schemas.openxmlformats.org/drawingml/2006/main">
              <a:ext uri="{FF2B5EF4-FFF2-40B4-BE49-F238E27FC236}">
                <a16:creationId xmlns:a16="http://schemas.microsoft.com/office/drawing/2014/main" id="{6B78922B-C4CE-44F2-850F-BE5BB4A875D5}"/>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796E"/>
                </a:solidFill>
                <a:latin typeface="Arial"/>
                <a:ea typeface="Arial"/>
                <a:cs typeface="Arial"/>
              </a:defRPr>
            </a:defPPr>
            <a:lvl1pPr algn="l">
              <a:defRPr sz="1200" b="0">
                <a:solidFill>
                  <a:srgbClr val="63796E"/>
                </a:solidFill>
                <a:latin typeface="Arial"/>
                <a:ea typeface="Arial"/>
                <a:cs typeface="Arial"/>
              </a:defRPr>
            </a:lvl1pPr>
            <a:lvl2pPr algn="l">
              <a:defRPr sz="1200" b="0">
                <a:solidFill>
                  <a:srgbClr val="63796E"/>
                </a:solidFill>
                <a:latin typeface="Arial"/>
                <a:ea typeface="Arial"/>
                <a:cs typeface="Arial"/>
              </a:defRPr>
            </a:lvl2pPr>
            <a:lvl3pPr algn="l">
              <a:defRPr sz="1200" b="0">
                <a:solidFill>
                  <a:srgbClr val="63796E"/>
                </a:solidFill>
                <a:latin typeface="Arial"/>
                <a:ea typeface="Arial"/>
                <a:cs typeface="Arial"/>
              </a:defRPr>
            </a:lvl3pPr>
            <a:lvl4pPr algn="l">
              <a:defRPr sz="1200" b="0">
                <a:solidFill>
                  <a:srgbClr val="63796E"/>
                </a:solidFill>
                <a:latin typeface="Arial"/>
                <a:ea typeface="Arial"/>
                <a:cs typeface="Arial"/>
              </a:defRPr>
            </a:lvl4pPr>
            <a:lvl5pPr algn="l">
              <a:defRPr sz="1200" b="0">
                <a:solidFill>
                  <a:srgbClr val="63796E"/>
                </a:solidFill>
                <a:latin typeface="Arial"/>
                <a:ea typeface="Arial"/>
                <a:cs typeface="Arial"/>
              </a:defRPr>
            </a:lvl5pPr>
            <a:lvl6pPr algn="l">
              <a:defRPr sz="1200" b="0">
                <a:solidFill>
                  <a:srgbClr val="63796E"/>
                </a:solidFill>
                <a:latin typeface="Arial"/>
                <a:ea typeface="Arial"/>
                <a:cs typeface="Arial"/>
              </a:defRPr>
            </a:lvl6pPr>
            <a:lvl7pPr algn="l">
              <a:defRPr sz="1200" b="0">
                <a:solidFill>
                  <a:srgbClr val="63796E"/>
                </a:solidFill>
                <a:latin typeface="Arial"/>
                <a:ea typeface="Arial"/>
                <a:cs typeface="Arial"/>
              </a:defRPr>
            </a:lvl7pPr>
            <a:lvl8pPr algn="l">
              <a:defRPr sz="1200" b="0">
                <a:solidFill>
                  <a:srgbClr val="63796E"/>
                </a:solidFill>
                <a:latin typeface="Arial"/>
                <a:ea typeface="Arial"/>
                <a:cs typeface="Arial"/>
              </a:defRPr>
            </a:lvl8pPr>
            <a:lvl9pPr algn="l">
              <a:defRPr sz="1200" b="0">
                <a:solidFill>
                  <a:srgbClr val="63796E"/>
                </a:solidFill>
                <a:latin typeface="Arial"/>
                <a:ea typeface="Arial"/>
                <a:cs typeface="Arial"/>
              </a:defRPr>
            </a:lvl9pPr>
          </a:lstStyle>
          <a:p xmlns:a="http://schemas.openxmlformats.org/drawingml/2006/main">
            <a:pPr algn="l">
              <a:defRPr sz="1200" b="0">
                <a:solidFill>
                  <a:srgbClr val="63796E"/>
                </a:solidFill>
                <a:latin typeface="Arial"/>
                <a:ea typeface="Arial"/>
                <a:cs typeface="Arial"/>
              </a:defRPr>
            </a:pPr>
            <a:r>
              <a:rPr sz="1200" b="0">
                <a:solidFill>
                  <a:srgbClr val="63796E"/>
                </a:solidFill>
                <a:latin typeface="Arial"/>
                <a:ea typeface="Arial"/>
                <a:cs typeface="Arial"/>
              </a:rPr>
              <a:t>GROUP 43  /  FINAL PROJECT</a:t>
            </a:r>
          </a:p>
        </p:txBody>
      </p:sp>
      <p:sp>
        <p:nvSpPr>
          <p:cNvPr id="5" name="06">
            <a:extLst xmlns:a="http://schemas.openxmlformats.org/drawingml/2006/main">
              <a:ext uri="{FF2B5EF4-FFF2-40B4-BE49-F238E27FC236}">
                <a16:creationId xmlns:a16="http://schemas.microsoft.com/office/drawing/2014/main" id="{40DC1F9C-1B7B-4DF0-ADCA-A3CEB3BD4F93}"/>
              </a:ext>
            </a:extLst>
          </p:cNvPr>
          <p:cNvSpPr>
            <a:spLocks xmlns:a="http://schemas.openxmlformats.org/drawingml/2006/main" noGrp="1"/>
          </p:cNvSpPr>
          <p:nvPr/>
        </p:nvSpPr>
        <p:spPr>
          <a:xfrm xmlns:a="http://schemas.openxmlformats.org/drawingml/2006/main">
            <a:off x="11049000" y="63722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63796E"/>
                </a:solidFill>
                <a:latin typeface="Arial"/>
                <a:ea typeface="Arial"/>
                <a:cs typeface="Arial"/>
              </a:defRPr>
            </a:defPPr>
            <a:lvl1pPr algn="r">
              <a:defRPr sz="1500" b="0">
                <a:solidFill>
                  <a:srgbClr val="63796E"/>
                </a:solidFill>
                <a:latin typeface="Arial"/>
                <a:ea typeface="Arial"/>
                <a:cs typeface="Arial"/>
              </a:defRPr>
            </a:lvl1pPr>
            <a:lvl2pPr algn="r">
              <a:defRPr sz="1500" b="0">
                <a:solidFill>
                  <a:srgbClr val="63796E"/>
                </a:solidFill>
                <a:latin typeface="Arial"/>
                <a:ea typeface="Arial"/>
                <a:cs typeface="Arial"/>
              </a:defRPr>
            </a:lvl2pPr>
            <a:lvl3pPr algn="r">
              <a:defRPr sz="1500" b="0">
                <a:solidFill>
                  <a:srgbClr val="63796E"/>
                </a:solidFill>
                <a:latin typeface="Arial"/>
                <a:ea typeface="Arial"/>
                <a:cs typeface="Arial"/>
              </a:defRPr>
            </a:lvl3pPr>
            <a:lvl4pPr algn="r">
              <a:defRPr sz="1500" b="0">
                <a:solidFill>
                  <a:srgbClr val="63796E"/>
                </a:solidFill>
                <a:latin typeface="Arial"/>
                <a:ea typeface="Arial"/>
                <a:cs typeface="Arial"/>
              </a:defRPr>
            </a:lvl4pPr>
            <a:lvl5pPr algn="r">
              <a:defRPr sz="1500" b="0">
                <a:solidFill>
                  <a:srgbClr val="63796E"/>
                </a:solidFill>
                <a:latin typeface="Arial"/>
                <a:ea typeface="Arial"/>
                <a:cs typeface="Arial"/>
              </a:defRPr>
            </a:lvl5pPr>
            <a:lvl6pPr algn="r">
              <a:defRPr sz="1500" b="0">
                <a:solidFill>
                  <a:srgbClr val="63796E"/>
                </a:solidFill>
                <a:latin typeface="Arial"/>
                <a:ea typeface="Arial"/>
                <a:cs typeface="Arial"/>
              </a:defRPr>
            </a:lvl6pPr>
            <a:lvl7pPr algn="r">
              <a:defRPr sz="1500" b="0">
                <a:solidFill>
                  <a:srgbClr val="63796E"/>
                </a:solidFill>
                <a:latin typeface="Arial"/>
                <a:ea typeface="Arial"/>
                <a:cs typeface="Arial"/>
              </a:defRPr>
            </a:lvl7pPr>
            <a:lvl8pPr algn="r">
              <a:defRPr sz="1500" b="0">
                <a:solidFill>
                  <a:srgbClr val="63796E"/>
                </a:solidFill>
                <a:latin typeface="Arial"/>
                <a:ea typeface="Arial"/>
                <a:cs typeface="Arial"/>
              </a:defRPr>
            </a:lvl8pPr>
            <a:lvl9pPr algn="r">
              <a:defRPr sz="1500" b="0">
                <a:solidFill>
                  <a:srgbClr val="63796E"/>
                </a:solidFill>
                <a:latin typeface="Arial"/>
                <a:ea typeface="Arial"/>
                <a:cs typeface="Arial"/>
              </a:defRPr>
            </a:lvl9pPr>
          </a:lstStyle>
          <a:p xmlns:a="http://schemas.openxmlformats.org/drawingml/2006/main">
            <a:pPr algn="r">
              <a:defRPr sz="1500" b="0">
                <a:solidFill>
                  <a:srgbClr val="63796E"/>
                </a:solidFill>
                <a:latin typeface="Arial"/>
                <a:ea typeface="Arial"/>
                <a:cs typeface="Arial"/>
              </a:defRPr>
            </a:pPr>
            <a:r>
              <a:rPr sz="1500" b="0">
                <a:solidFill>
                  <a:srgbClr val="63796E"/>
                </a:solidFill>
                <a:latin typeface="Arial"/>
                <a:ea typeface="Arial"/>
                <a:cs typeface="Arial"/>
              </a:rPr>
              <a:t>06</a:t>
            </a:r>
          </a:p>
        </p:txBody>
      </p:sp>
      <p:sp>
        <p:nvSpPr>
          <p:cNvPr id="6" name="01">
            <a:extLst xmlns:a="http://schemas.openxmlformats.org/drawingml/2006/main">
              <a:ext uri="{FF2B5EF4-FFF2-40B4-BE49-F238E27FC236}">
                <a16:creationId xmlns:a16="http://schemas.microsoft.com/office/drawing/2014/main" id="{56D342E5-4C1E-4022-90FF-E43DD55F5BF6}"/>
              </a:ext>
            </a:extLst>
          </p:cNvPr>
          <p:cNvSpPr>
            <a:spLocks xmlns:a="http://schemas.openxmlformats.org/drawingml/2006/main" noGrp="1"/>
          </p:cNvSpPr>
          <p:nvPr/>
        </p:nvSpPr>
        <p:spPr>
          <a:xfrm xmlns:a="http://schemas.openxmlformats.org/drawingml/2006/main">
            <a:off x="609600" y="198120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94B6A2"/>
                </a:solidFill>
                <a:latin typeface="Arial"/>
                <a:ea typeface="Arial"/>
                <a:cs typeface="Arial"/>
              </a:defRPr>
            </a:defPPr>
            <a:lvl1pPr algn="l">
              <a:defRPr sz="2850" b="1">
                <a:solidFill>
                  <a:srgbClr val="94B6A2"/>
                </a:solidFill>
                <a:latin typeface="Arial"/>
                <a:ea typeface="Arial"/>
                <a:cs typeface="Arial"/>
              </a:defRPr>
            </a:lvl1pPr>
            <a:lvl2pPr algn="l">
              <a:defRPr sz="2850" b="1">
                <a:solidFill>
                  <a:srgbClr val="94B6A2"/>
                </a:solidFill>
                <a:latin typeface="Arial"/>
                <a:ea typeface="Arial"/>
                <a:cs typeface="Arial"/>
              </a:defRPr>
            </a:lvl2pPr>
            <a:lvl3pPr algn="l">
              <a:defRPr sz="2850" b="1">
                <a:solidFill>
                  <a:srgbClr val="94B6A2"/>
                </a:solidFill>
                <a:latin typeface="Arial"/>
                <a:ea typeface="Arial"/>
                <a:cs typeface="Arial"/>
              </a:defRPr>
            </a:lvl3pPr>
            <a:lvl4pPr algn="l">
              <a:defRPr sz="2850" b="1">
                <a:solidFill>
                  <a:srgbClr val="94B6A2"/>
                </a:solidFill>
                <a:latin typeface="Arial"/>
                <a:ea typeface="Arial"/>
                <a:cs typeface="Arial"/>
              </a:defRPr>
            </a:lvl4pPr>
            <a:lvl5pPr algn="l">
              <a:defRPr sz="2850" b="1">
                <a:solidFill>
                  <a:srgbClr val="94B6A2"/>
                </a:solidFill>
                <a:latin typeface="Arial"/>
                <a:ea typeface="Arial"/>
                <a:cs typeface="Arial"/>
              </a:defRPr>
            </a:lvl5pPr>
            <a:lvl6pPr algn="l">
              <a:defRPr sz="2850" b="1">
                <a:solidFill>
                  <a:srgbClr val="94B6A2"/>
                </a:solidFill>
                <a:latin typeface="Arial"/>
                <a:ea typeface="Arial"/>
                <a:cs typeface="Arial"/>
              </a:defRPr>
            </a:lvl6pPr>
            <a:lvl7pPr algn="l">
              <a:defRPr sz="2850" b="1">
                <a:solidFill>
                  <a:srgbClr val="94B6A2"/>
                </a:solidFill>
                <a:latin typeface="Arial"/>
                <a:ea typeface="Arial"/>
                <a:cs typeface="Arial"/>
              </a:defRPr>
            </a:lvl7pPr>
            <a:lvl8pPr algn="l">
              <a:defRPr sz="2850" b="1">
                <a:solidFill>
                  <a:srgbClr val="94B6A2"/>
                </a:solidFill>
                <a:latin typeface="Arial"/>
                <a:ea typeface="Arial"/>
                <a:cs typeface="Arial"/>
              </a:defRPr>
            </a:lvl8pPr>
            <a:lvl9pPr algn="l">
              <a:defRPr sz="2850" b="1">
                <a:solidFill>
                  <a:srgbClr val="94B6A2"/>
                </a:solidFill>
                <a:latin typeface="Arial"/>
                <a:ea typeface="Arial"/>
                <a:cs typeface="Arial"/>
              </a:defRPr>
            </a:lvl9pPr>
          </a:lstStyle>
          <a:p xmlns:a="http://schemas.openxmlformats.org/drawingml/2006/main">
            <a:pPr algn="l">
              <a:defRPr sz="2850" b="1">
                <a:solidFill>
                  <a:srgbClr val="94B6A2"/>
                </a:solidFill>
                <a:latin typeface="Arial"/>
                <a:ea typeface="Arial"/>
                <a:cs typeface="Arial"/>
              </a:defRPr>
            </a:pPr>
            <a:r>
              <a:rPr sz="2850" b="1">
                <a:solidFill>
                  <a:srgbClr val="94B6A2"/>
                </a:solidFill>
                <a:latin typeface="Arial"/>
                <a:ea typeface="Arial"/>
                <a:cs typeface="Arial"/>
              </a:rPr>
              <a:t>01</a:t>
            </a:r>
          </a:p>
        </p:txBody>
      </p:sp>
      <p:sp>
        <p:nvSpPr>
          <p:cNvPr id="7" name="Smooth labels">
            <a:extLst xmlns:a="http://schemas.openxmlformats.org/drawingml/2006/main">
              <a:ext uri="{FF2B5EF4-FFF2-40B4-BE49-F238E27FC236}">
                <a16:creationId xmlns:a16="http://schemas.microsoft.com/office/drawing/2014/main" id="{C01BEAD3-7A9E-4B64-A9AE-B1F58B59B796}"/>
              </a:ext>
            </a:extLst>
          </p:cNvPr>
          <p:cNvSpPr>
            <a:spLocks xmlns:a="http://schemas.openxmlformats.org/drawingml/2006/main" noGrp="1"/>
          </p:cNvSpPr>
          <p:nvPr/>
        </p:nvSpPr>
        <p:spPr>
          <a:xfrm xmlns:a="http://schemas.openxmlformats.org/drawingml/2006/main">
            <a:off x="1657350" y="20002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D3B33"/>
                </a:solidFill>
                <a:latin typeface="Arial"/>
                <a:ea typeface="Arial"/>
                <a:cs typeface="Arial"/>
              </a:defRPr>
            </a:defPPr>
            <a:lvl1pPr algn="l">
              <a:defRPr sz="2250" b="1">
                <a:solidFill>
                  <a:srgbClr val="1D3B33"/>
                </a:solidFill>
                <a:latin typeface="Arial"/>
                <a:ea typeface="Arial"/>
                <a:cs typeface="Arial"/>
              </a:defRPr>
            </a:lvl1pPr>
            <a:lvl2pPr algn="l">
              <a:defRPr sz="2250" b="1">
                <a:solidFill>
                  <a:srgbClr val="1D3B33"/>
                </a:solidFill>
                <a:latin typeface="Arial"/>
                <a:ea typeface="Arial"/>
                <a:cs typeface="Arial"/>
              </a:defRPr>
            </a:lvl2pPr>
            <a:lvl3pPr algn="l">
              <a:defRPr sz="2250" b="1">
                <a:solidFill>
                  <a:srgbClr val="1D3B33"/>
                </a:solidFill>
                <a:latin typeface="Arial"/>
                <a:ea typeface="Arial"/>
                <a:cs typeface="Arial"/>
              </a:defRPr>
            </a:lvl3pPr>
            <a:lvl4pPr algn="l">
              <a:defRPr sz="2250" b="1">
                <a:solidFill>
                  <a:srgbClr val="1D3B33"/>
                </a:solidFill>
                <a:latin typeface="Arial"/>
                <a:ea typeface="Arial"/>
                <a:cs typeface="Arial"/>
              </a:defRPr>
            </a:lvl4pPr>
            <a:lvl5pPr algn="l">
              <a:defRPr sz="2250" b="1">
                <a:solidFill>
                  <a:srgbClr val="1D3B33"/>
                </a:solidFill>
                <a:latin typeface="Arial"/>
                <a:ea typeface="Arial"/>
                <a:cs typeface="Arial"/>
              </a:defRPr>
            </a:lvl5pPr>
            <a:lvl6pPr algn="l">
              <a:defRPr sz="2250" b="1">
                <a:solidFill>
                  <a:srgbClr val="1D3B33"/>
                </a:solidFill>
                <a:latin typeface="Arial"/>
                <a:ea typeface="Arial"/>
                <a:cs typeface="Arial"/>
              </a:defRPr>
            </a:lvl6pPr>
            <a:lvl7pPr algn="l">
              <a:defRPr sz="2250" b="1">
                <a:solidFill>
                  <a:srgbClr val="1D3B33"/>
                </a:solidFill>
                <a:latin typeface="Arial"/>
                <a:ea typeface="Arial"/>
                <a:cs typeface="Arial"/>
              </a:defRPr>
            </a:lvl7pPr>
            <a:lvl8pPr algn="l">
              <a:defRPr sz="2250" b="1">
                <a:solidFill>
                  <a:srgbClr val="1D3B33"/>
                </a:solidFill>
                <a:latin typeface="Arial"/>
                <a:ea typeface="Arial"/>
                <a:cs typeface="Arial"/>
              </a:defRPr>
            </a:lvl8pPr>
            <a:lvl9pPr algn="l">
              <a:defRPr sz="2250" b="1">
                <a:solidFill>
                  <a:srgbClr val="1D3B33"/>
                </a:solidFill>
                <a:latin typeface="Arial"/>
                <a:ea typeface="Arial"/>
                <a:cs typeface="Arial"/>
              </a:defRPr>
            </a:lvl9pPr>
          </a:lstStyle>
          <a:p xmlns:a="http://schemas.openxmlformats.org/drawingml/2006/main">
            <a:pPr algn="l">
              <a:defRPr sz="2250" b="1">
                <a:solidFill>
                  <a:srgbClr val="1D3B33"/>
                </a:solidFill>
                <a:latin typeface="Arial"/>
                <a:ea typeface="Arial"/>
                <a:cs typeface="Arial"/>
              </a:defRPr>
            </a:pPr>
            <a:r>
              <a:rPr sz="2250" b="1">
                <a:solidFill>
                  <a:srgbClr val="1D3B33"/>
                </a:solidFill>
                <a:latin typeface="Arial"/>
                <a:ea typeface="Arial"/>
                <a:cs typeface="Arial"/>
              </a:rPr>
              <a:t>Smooth labels</a:t>
            </a:r>
          </a:p>
        </p:txBody>
      </p:sp>
      <p:sp>
        <p:nvSpPr>
          <p:cNvPr id="8" name="About one second of local smoothing">
            <a:extLst xmlns:a="http://schemas.openxmlformats.org/drawingml/2006/main">
              <a:ext uri="{FF2B5EF4-FFF2-40B4-BE49-F238E27FC236}">
                <a16:creationId xmlns:a16="http://schemas.microsoft.com/office/drawing/2014/main" id="{0D3BDFFD-0C2C-4667-BA7F-C2BEE64EE36A}"/>
              </a:ext>
            </a:extLst>
          </p:cNvPr>
          <p:cNvSpPr>
            <a:spLocks xmlns:a="http://schemas.openxmlformats.org/drawingml/2006/main" noGrp="1"/>
          </p:cNvSpPr>
          <p:nvPr/>
        </p:nvSpPr>
        <p:spPr>
          <a:xfrm xmlns:a="http://schemas.openxmlformats.org/drawingml/2006/main">
            <a:off x="1657350" y="24955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3796E"/>
                </a:solidFill>
                <a:latin typeface="Arial"/>
                <a:ea typeface="Arial"/>
                <a:cs typeface="Arial"/>
              </a:defRPr>
            </a:defPPr>
            <a:lvl1pPr algn="l">
              <a:defRPr sz="1950" b="0">
                <a:solidFill>
                  <a:srgbClr val="63796E"/>
                </a:solidFill>
                <a:latin typeface="Arial"/>
                <a:ea typeface="Arial"/>
                <a:cs typeface="Arial"/>
              </a:defRPr>
            </a:lvl1pPr>
            <a:lvl2pPr algn="l">
              <a:defRPr sz="1950" b="0">
                <a:solidFill>
                  <a:srgbClr val="63796E"/>
                </a:solidFill>
                <a:latin typeface="Arial"/>
                <a:ea typeface="Arial"/>
                <a:cs typeface="Arial"/>
              </a:defRPr>
            </a:lvl2pPr>
            <a:lvl3pPr algn="l">
              <a:defRPr sz="1950" b="0">
                <a:solidFill>
                  <a:srgbClr val="63796E"/>
                </a:solidFill>
                <a:latin typeface="Arial"/>
                <a:ea typeface="Arial"/>
                <a:cs typeface="Arial"/>
              </a:defRPr>
            </a:lvl3pPr>
            <a:lvl4pPr algn="l">
              <a:defRPr sz="1950" b="0">
                <a:solidFill>
                  <a:srgbClr val="63796E"/>
                </a:solidFill>
                <a:latin typeface="Arial"/>
                <a:ea typeface="Arial"/>
                <a:cs typeface="Arial"/>
              </a:defRPr>
            </a:lvl4pPr>
            <a:lvl5pPr algn="l">
              <a:defRPr sz="1950" b="0">
                <a:solidFill>
                  <a:srgbClr val="63796E"/>
                </a:solidFill>
                <a:latin typeface="Arial"/>
                <a:ea typeface="Arial"/>
                <a:cs typeface="Arial"/>
              </a:defRPr>
            </a:lvl5pPr>
            <a:lvl6pPr algn="l">
              <a:defRPr sz="1950" b="0">
                <a:solidFill>
                  <a:srgbClr val="63796E"/>
                </a:solidFill>
                <a:latin typeface="Arial"/>
                <a:ea typeface="Arial"/>
                <a:cs typeface="Arial"/>
              </a:defRPr>
            </a:lvl6pPr>
            <a:lvl7pPr algn="l">
              <a:defRPr sz="1950" b="0">
                <a:solidFill>
                  <a:srgbClr val="63796E"/>
                </a:solidFill>
                <a:latin typeface="Arial"/>
                <a:ea typeface="Arial"/>
                <a:cs typeface="Arial"/>
              </a:defRPr>
            </a:lvl7pPr>
            <a:lvl8pPr algn="l">
              <a:defRPr sz="1950" b="0">
                <a:solidFill>
                  <a:srgbClr val="63796E"/>
                </a:solidFill>
                <a:latin typeface="Arial"/>
                <a:ea typeface="Arial"/>
                <a:cs typeface="Arial"/>
              </a:defRPr>
            </a:lvl8pPr>
            <a:lvl9pPr algn="l">
              <a:defRPr sz="1950" b="0">
                <a:solidFill>
                  <a:srgbClr val="63796E"/>
                </a:solidFill>
                <a:latin typeface="Arial"/>
                <a:ea typeface="Arial"/>
                <a:cs typeface="Arial"/>
              </a:defRPr>
            </a:lvl9pPr>
          </a:lstStyle>
          <a:p xmlns:a="http://schemas.openxmlformats.org/drawingml/2006/main">
            <a:pPr algn="l">
              <a:defRPr sz="1950" b="0">
                <a:solidFill>
                  <a:srgbClr val="63796E"/>
                </a:solidFill>
                <a:latin typeface="Arial"/>
                <a:ea typeface="Arial"/>
                <a:cs typeface="Arial"/>
              </a:defRPr>
            </a:pPr>
            <a:r>
              <a:rPr sz="1950" b="0">
                <a:solidFill>
                  <a:srgbClr val="63796E"/>
                </a:solidFill>
                <a:latin typeface="Arial"/>
                <a:ea typeface="Arial"/>
                <a:cs typeface="Arial"/>
              </a:rPr>
              <a:t>About one second of local smoothing</a:t>
            </a:r>
          </a:p>
        </p:txBody>
      </p:sp>
      <p:sp>
        <p:nvSpPr>
          <p:cNvPr id="9" name="02">
            <a:extLst xmlns:a="http://schemas.openxmlformats.org/drawingml/2006/main">
              <a:ext uri="{FF2B5EF4-FFF2-40B4-BE49-F238E27FC236}">
                <a16:creationId xmlns:a16="http://schemas.microsoft.com/office/drawing/2014/main" id="{9FD18A4D-4138-4F47-B19E-0825070371DE}"/>
              </a:ext>
            </a:extLst>
          </p:cNvPr>
          <p:cNvSpPr>
            <a:spLocks xmlns:a="http://schemas.openxmlformats.org/drawingml/2006/main" noGrp="1"/>
          </p:cNvSpPr>
          <p:nvPr/>
        </p:nvSpPr>
        <p:spPr>
          <a:xfrm xmlns:a="http://schemas.openxmlformats.org/drawingml/2006/main">
            <a:off x="609600" y="320040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94B6A2"/>
                </a:solidFill>
                <a:latin typeface="Arial"/>
                <a:ea typeface="Arial"/>
                <a:cs typeface="Arial"/>
              </a:defRPr>
            </a:defPPr>
            <a:lvl1pPr algn="l">
              <a:defRPr sz="2850" b="1">
                <a:solidFill>
                  <a:srgbClr val="94B6A2"/>
                </a:solidFill>
                <a:latin typeface="Arial"/>
                <a:ea typeface="Arial"/>
                <a:cs typeface="Arial"/>
              </a:defRPr>
            </a:lvl1pPr>
            <a:lvl2pPr algn="l">
              <a:defRPr sz="2850" b="1">
                <a:solidFill>
                  <a:srgbClr val="94B6A2"/>
                </a:solidFill>
                <a:latin typeface="Arial"/>
                <a:ea typeface="Arial"/>
                <a:cs typeface="Arial"/>
              </a:defRPr>
            </a:lvl2pPr>
            <a:lvl3pPr algn="l">
              <a:defRPr sz="2850" b="1">
                <a:solidFill>
                  <a:srgbClr val="94B6A2"/>
                </a:solidFill>
                <a:latin typeface="Arial"/>
                <a:ea typeface="Arial"/>
                <a:cs typeface="Arial"/>
              </a:defRPr>
            </a:lvl3pPr>
            <a:lvl4pPr algn="l">
              <a:defRPr sz="2850" b="1">
                <a:solidFill>
                  <a:srgbClr val="94B6A2"/>
                </a:solidFill>
                <a:latin typeface="Arial"/>
                <a:ea typeface="Arial"/>
                <a:cs typeface="Arial"/>
              </a:defRPr>
            </a:lvl4pPr>
            <a:lvl5pPr algn="l">
              <a:defRPr sz="2850" b="1">
                <a:solidFill>
                  <a:srgbClr val="94B6A2"/>
                </a:solidFill>
                <a:latin typeface="Arial"/>
                <a:ea typeface="Arial"/>
                <a:cs typeface="Arial"/>
              </a:defRPr>
            </a:lvl5pPr>
            <a:lvl6pPr algn="l">
              <a:defRPr sz="2850" b="1">
                <a:solidFill>
                  <a:srgbClr val="94B6A2"/>
                </a:solidFill>
                <a:latin typeface="Arial"/>
                <a:ea typeface="Arial"/>
                <a:cs typeface="Arial"/>
              </a:defRPr>
            </a:lvl6pPr>
            <a:lvl7pPr algn="l">
              <a:defRPr sz="2850" b="1">
                <a:solidFill>
                  <a:srgbClr val="94B6A2"/>
                </a:solidFill>
                <a:latin typeface="Arial"/>
                <a:ea typeface="Arial"/>
                <a:cs typeface="Arial"/>
              </a:defRPr>
            </a:lvl7pPr>
            <a:lvl8pPr algn="l">
              <a:defRPr sz="2850" b="1">
                <a:solidFill>
                  <a:srgbClr val="94B6A2"/>
                </a:solidFill>
                <a:latin typeface="Arial"/>
                <a:ea typeface="Arial"/>
                <a:cs typeface="Arial"/>
              </a:defRPr>
            </a:lvl8pPr>
            <a:lvl9pPr algn="l">
              <a:defRPr sz="2850" b="1">
                <a:solidFill>
                  <a:srgbClr val="94B6A2"/>
                </a:solidFill>
                <a:latin typeface="Arial"/>
                <a:ea typeface="Arial"/>
                <a:cs typeface="Arial"/>
              </a:defRPr>
            </a:lvl9pPr>
          </a:lstStyle>
          <a:p xmlns:a="http://schemas.openxmlformats.org/drawingml/2006/main">
            <a:pPr algn="l">
              <a:defRPr sz="2850" b="1">
                <a:solidFill>
                  <a:srgbClr val="94B6A2"/>
                </a:solidFill>
                <a:latin typeface="Arial"/>
                <a:ea typeface="Arial"/>
                <a:cs typeface="Arial"/>
              </a:defRPr>
            </a:pPr>
            <a:r>
              <a:rPr sz="2850" b="1">
                <a:solidFill>
                  <a:srgbClr val="94B6A2"/>
                </a:solidFill>
                <a:latin typeface="Arial"/>
                <a:ea typeface="Arial"/>
                <a:cs typeface="Arial"/>
              </a:rPr>
              <a:t>02</a:t>
            </a:r>
          </a:p>
        </p:txBody>
      </p:sp>
      <p:sp>
        <p:nvSpPr>
          <p:cNvPr id="10" name="Evaluate candidate segments">
            <a:extLst xmlns:a="http://schemas.openxmlformats.org/drawingml/2006/main">
              <a:ext uri="{FF2B5EF4-FFF2-40B4-BE49-F238E27FC236}">
                <a16:creationId xmlns:a16="http://schemas.microsoft.com/office/drawing/2014/main" id="{DFBC75BC-6195-4A0F-9D27-3E0182217C9E}"/>
              </a:ext>
            </a:extLst>
          </p:cNvPr>
          <p:cNvSpPr>
            <a:spLocks xmlns:a="http://schemas.openxmlformats.org/drawingml/2006/main" noGrp="1"/>
          </p:cNvSpPr>
          <p:nvPr/>
        </p:nvSpPr>
        <p:spPr>
          <a:xfrm xmlns:a="http://schemas.openxmlformats.org/drawingml/2006/main">
            <a:off x="1657350" y="3219450"/>
            <a:ext cx="895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D3B33"/>
                </a:solidFill>
                <a:latin typeface="Arial"/>
                <a:ea typeface="Arial"/>
                <a:cs typeface="Arial"/>
              </a:defRPr>
            </a:defPPr>
            <a:lvl1pPr algn="l">
              <a:defRPr sz="2250" b="1">
                <a:solidFill>
                  <a:srgbClr val="1D3B33"/>
                </a:solidFill>
                <a:latin typeface="Arial"/>
                <a:ea typeface="Arial"/>
                <a:cs typeface="Arial"/>
              </a:defRPr>
            </a:lvl1pPr>
            <a:lvl2pPr algn="l">
              <a:defRPr sz="2250" b="1">
                <a:solidFill>
                  <a:srgbClr val="1D3B33"/>
                </a:solidFill>
                <a:latin typeface="Arial"/>
                <a:ea typeface="Arial"/>
                <a:cs typeface="Arial"/>
              </a:defRPr>
            </a:lvl2pPr>
            <a:lvl3pPr algn="l">
              <a:defRPr sz="2250" b="1">
                <a:solidFill>
                  <a:srgbClr val="1D3B33"/>
                </a:solidFill>
                <a:latin typeface="Arial"/>
                <a:ea typeface="Arial"/>
                <a:cs typeface="Arial"/>
              </a:defRPr>
            </a:lvl3pPr>
            <a:lvl4pPr algn="l">
              <a:defRPr sz="2250" b="1">
                <a:solidFill>
                  <a:srgbClr val="1D3B33"/>
                </a:solidFill>
                <a:latin typeface="Arial"/>
                <a:ea typeface="Arial"/>
                <a:cs typeface="Arial"/>
              </a:defRPr>
            </a:lvl4pPr>
            <a:lvl5pPr algn="l">
              <a:defRPr sz="2250" b="1">
                <a:solidFill>
                  <a:srgbClr val="1D3B33"/>
                </a:solidFill>
                <a:latin typeface="Arial"/>
                <a:ea typeface="Arial"/>
                <a:cs typeface="Arial"/>
              </a:defRPr>
            </a:lvl5pPr>
            <a:lvl6pPr algn="l">
              <a:defRPr sz="2250" b="1">
                <a:solidFill>
                  <a:srgbClr val="1D3B33"/>
                </a:solidFill>
                <a:latin typeface="Arial"/>
                <a:ea typeface="Arial"/>
                <a:cs typeface="Arial"/>
              </a:defRPr>
            </a:lvl6pPr>
            <a:lvl7pPr algn="l">
              <a:defRPr sz="2250" b="1">
                <a:solidFill>
                  <a:srgbClr val="1D3B33"/>
                </a:solidFill>
                <a:latin typeface="Arial"/>
                <a:ea typeface="Arial"/>
                <a:cs typeface="Arial"/>
              </a:defRPr>
            </a:lvl7pPr>
            <a:lvl8pPr algn="l">
              <a:defRPr sz="2250" b="1">
                <a:solidFill>
                  <a:srgbClr val="1D3B33"/>
                </a:solidFill>
                <a:latin typeface="Arial"/>
                <a:ea typeface="Arial"/>
                <a:cs typeface="Arial"/>
              </a:defRPr>
            </a:lvl8pPr>
            <a:lvl9pPr algn="l">
              <a:defRPr sz="2250" b="1">
                <a:solidFill>
                  <a:srgbClr val="1D3B33"/>
                </a:solidFill>
                <a:latin typeface="Arial"/>
                <a:ea typeface="Arial"/>
                <a:cs typeface="Arial"/>
              </a:defRPr>
            </a:lvl9pPr>
          </a:lstStyle>
          <a:p xmlns:a="http://schemas.openxmlformats.org/drawingml/2006/main">
            <a:pPr algn="l">
              <a:defRPr sz="2250" b="1">
                <a:solidFill>
                  <a:srgbClr val="1D3B33"/>
                </a:solidFill>
                <a:latin typeface="Arial"/>
                <a:ea typeface="Arial"/>
                <a:cs typeface="Arial"/>
              </a:defRPr>
            </a:pPr>
            <a:r>
              <a:rPr sz="2250" b="1">
                <a:solidFill>
                  <a:srgbClr val="1D3B33"/>
                </a:solidFill>
                <a:latin typeface="Arial"/>
                <a:ea typeface="Arial"/>
                <a:cs typeface="Arial"/>
              </a:rPr>
              <a:t>Evaluate candidate segments</a:t>
            </a:r>
          </a:p>
        </p:txBody>
      </p:sp>
      <p:sp>
        <p:nvSpPr>
          <p:cNvPr id="11" name="Relative duration and confidence within the recording">
            <a:extLst xmlns:a="http://schemas.openxmlformats.org/drawingml/2006/main">
              <a:ext uri="{FF2B5EF4-FFF2-40B4-BE49-F238E27FC236}">
                <a16:creationId xmlns:a16="http://schemas.microsoft.com/office/drawing/2014/main" id="{CFEF24D3-C61E-4057-889E-37D0E05ECA12}"/>
              </a:ext>
            </a:extLst>
          </p:cNvPr>
          <p:cNvSpPr>
            <a:spLocks xmlns:a="http://schemas.openxmlformats.org/drawingml/2006/main" noGrp="1"/>
          </p:cNvSpPr>
          <p:nvPr/>
        </p:nvSpPr>
        <p:spPr>
          <a:xfrm xmlns:a="http://schemas.openxmlformats.org/drawingml/2006/main">
            <a:off x="1657350" y="37147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3796E"/>
                </a:solidFill>
                <a:latin typeface="Arial"/>
                <a:ea typeface="Arial"/>
                <a:cs typeface="Arial"/>
              </a:defRPr>
            </a:defPPr>
            <a:lvl1pPr algn="l">
              <a:defRPr sz="1950" b="0">
                <a:solidFill>
                  <a:srgbClr val="63796E"/>
                </a:solidFill>
                <a:latin typeface="Arial"/>
                <a:ea typeface="Arial"/>
                <a:cs typeface="Arial"/>
              </a:defRPr>
            </a:lvl1pPr>
            <a:lvl2pPr algn="l">
              <a:defRPr sz="1950" b="0">
                <a:solidFill>
                  <a:srgbClr val="63796E"/>
                </a:solidFill>
                <a:latin typeface="Arial"/>
                <a:ea typeface="Arial"/>
                <a:cs typeface="Arial"/>
              </a:defRPr>
            </a:lvl2pPr>
            <a:lvl3pPr algn="l">
              <a:defRPr sz="1950" b="0">
                <a:solidFill>
                  <a:srgbClr val="63796E"/>
                </a:solidFill>
                <a:latin typeface="Arial"/>
                <a:ea typeface="Arial"/>
                <a:cs typeface="Arial"/>
              </a:defRPr>
            </a:lvl3pPr>
            <a:lvl4pPr algn="l">
              <a:defRPr sz="1950" b="0">
                <a:solidFill>
                  <a:srgbClr val="63796E"/>
                </a:solidFill>
                <a:latin typeface="Arial"/>
                <a:ea typeface="Arial"/>
                <a:cs typeface="Arial"/>
              </a:defRPr>
            </a:lvl4pPr>
            <a:lvl5pPr algn="l">
              <a:defRPr sz="1950" b="0">
                <a:solidFill>
                  <a:srgbClr val="63796E"/>
                </a:solidFill>
                <a:latin typeface="Arial"/>
                <a:ea typeface="Arial"/>
                <a:cs typeface="Arial"/>
              </a:defRPr>
            </a:lvl5pPr>
            <a:lvl6pPr algn="l">
              <a:defRPr sz="1950" b="0">
                <a:solidFill>
                  <a:srgbClr val="63796E"/>
                </a:solidFill>
                <a:latin typeface="Arial"/>
                <a:ea typeface="Arial"/>
                <a:cs typeface="Arial"/>
              </a:defRPr>
            </a:lvl6pPr>
            <a:lvl7pPr algn="l">
              <a:defRPr sz="1950" b="0">
                <a:solidFill>
                  <a:srgbClr val="63796E"/>
                </a:solidFill>
                <a:latin typeface="Arial"/>
                <a:ea typeface="Arial"/>
                <a:cs typeface="Arial"/>
              </a:defRPr>
            </a:lvl7pPr>
            <a:lvl8pPr algn="l">
              <a:defRPr sz="1950" b="0">
                <a:solidFill>
                  <a:srgbClr val="63796E"/>
                </a:solidFill>
                <a:latin typeface="Arial"/>
                <a:ea typeface="Arial"/>
                <a:cs typeface="Arial"/>
              </a:defRPr>
            </a:lvl8pPr>
            <a:lvl9pPr algn="l">
              <a:defRPr sz="1950" b="0">
                <a:solidFill>
                  <a:srgbClr val="63796E"/>
                </a:solidFill>
                <a:latin typeface="Arial"/>
                <a:ea typeface="Arial"/>
                <a:cs typeface="Arial"/>
              </a:defRPr>
            </a:lvl9pPr>
          </a:lstStyle>
          <a:p xmlns:a="http://schemas.openxmlformats.org/drawingml/2006/main">
            <a:pPr algn="l">
              <a:defRPr sz="1950" b="0">
                <a:solidFill>
                  <a:srgbClr val="63796E"/>
                </a:solidFill>
                <a:latin typeface="Arial"/>
                <a:ea typeface="Arial"/>
                <a:cs typeface="Arial"/>
              </a:defRPr>
            </a:pPr>
            <a:r>
              <a:rPr sz="1950" b="0">
                <a:solidFill>
                  <a:srgbClr val="63796E"/>
                </a:solidFill>
                <a:latin typeface="Arial"/>
                <a:ea typeface="Arial"/>
                <a:cs typeface="Arial"/>
              </a:rPr>
              <a:t>Relative duration and confidence within the recording</a:t>
            </a:r>
          </a:p>
        </p:txBody>
      </p:sp>
      <p:sp>
        <p:nvSpPr>
          <p:cNvPr id="12" name="03">
            <a:extLst xmlns:a="http://schemas.openxmlformats.org/drawingml/2006/main">
              <a:ext uri="{FF2B5EF4-FFF2-40B4-BE49-F238E27FC236}">
                <a16:creationId xmlns:a16="http://schemas.microsoft.com/office/drawing/2014/main" id="{3BABFA78-A7D1-4143-8A72-A69589365FA3}"/>
              </a:ext>
            </a:extLst>
          </p:cNvPr>
          <p:cNvSpPr>
            <a:spLocks xmlns:a="http://schemas.openxmlformats.org/drawingml/2006/main" noGrp="1"/>
          </p:cNvSpPr>
          <p:nvPr/>
        </p:nvSpPr>
        <p:spPr>
          <a:xfrm xmlns:a="http://schemas.openxmlformats.org/drawingml/2006/main">
            <a:off x="609600" y="441960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94B6A2"/>
                </a:solidFill>
                <a:latin typeface="Arial"/>
                <a:ea typeface="Arial"/>
                <a:cs typeface="Arial"/>
              </a:defRPr>
            </a:defPPr>
            <a:lvl1pPr algn="l">
              <a:defRPr sz="2850" b="1">
                <a:solidFill>
                  <a:srgbClr val="94B6A2"/>
                </a:solidFill>
                <a:latin typeface="Arial"/>
                <a:ea typeface="Arial"/>
                <a:cs typeface="Arial"/>
              </a:defRPr>
            </a:lvl1pPr>
            <a:lvl2pPr algn="l">
              <a:defRPr sz="2850" b="1">
                <a:solidFill>
                  <a:srgbClr val="94B6A2"/>
                </a:solidFill>
                <a:latin typeface="Arial"/>
                <a:ea typeface="Arial"/>
                <a:cs typeface="Arial"/>
              </a:defRPr>
            </a:lvl2pPr>
            <a:lvl3pPr algn="l">
              <a:defRPr sz="2850" b="1">
                <a:solidFill>
                  <a:srgbClr val="94B6A2"/>
                </a:solidFill>
                <a:latin typeface="Arial"/>
                <a:ea typeface="Arial"/>
                <a:cs typeface="Arial"/>
              </a:defRPr>
            </a:lvl3pPr>
            <a:lvl4pPr algn="l">
              <a:defRPr sz="2850" b="1">
                <a:solidFill>
                  <a:srgbClr val="94B6A2"/>
                </a:solidFill>
                <a:latin typeface="Arial"/>
                <a:ea typeface="Arial"/>
                <a:cs typeface="Arial"/>
              </a:defRPr>
            </a:lvl4pPr>
            <a:lvl5pPr algn="l">
              <a:defRPr sz="2850" b="1">
                <a:solidFill>
                  <a:srgbClr val="94B6A2"/>
                </a:solidFill>
                <a:latin typeface="Arial"/>
                <a:ea typeface="Arial"/>
                <a:cs typeface="Arial"/>
              </a:defRPr>
            </a:lvl5pPr>
            <a:lvl6pPr algn="l">
              <a:defRPr sz="2850" b="1">
                <a:solidFill>
                  <a:srgbClr val="94B6A2"/>
                </a:solidFill>
                <a:latin typeface="Arial"/>
                <a:ea typeface="Arial"/>
                <a:cs typeface="Arial"/>
              </a:defRPr>
            </a:lvl6pPr>
            <a:lvl7pPr algn="l">
              <a:defRPr sz="2850" b="1">
                <a:solidFill>
                  <a:srgbClr val="94B6A2"/>
                </a:solidFill>
                <a:latin typeface="Arial"/>
                <a:ea typeface="Arial"/>
                <a:cs typeface="Arial"/>
              </a:defRPr>
            </a:lvl7pPr>
            <a:lvl8pPr algn="l">
              <a:defRPr sz="2850" b="1">
                <a:solidFill>
                  <a:srgbClr val="94B6A2"/>
                </a:solidFill>
                <a:latin typeface="Arial"/>
                <a:ea typeface="Arial"/>
                <a:cs typeface="Arial"/>
              </a:defRPr>
            </a:lvl8pPr>
            <a:lvl9pPr algn="l">
              <a:defRPr sz="2850" b="1">
                <a:solidFill>
                  <a:srgbClr val="94B6A2"/>
                </a:solidFill>
                <a:latin typeface="Arial"/>
                <a:ea typeface="Arial"/>
                <a:cs typeface="Arial"/>
              </a:defRPr>
            </a:lvl9pPr>
          </a:lstStyle>
          <a:p xmlns:a="http://schemas.openxmlformats.org/drawingml/2006/main">
            <a:pPr algn="l">
              <a:defRPr sz="2850" b="1">
                <a:solidFill>
                  <a:srgbClr val="94B6A2"/>
                </a:solidFill>
                <a:latin typeface="Arial"/>
                <a:ea typeface="Arial"/>
                <a:cs typeface="Arial"/>
              </a:defRPr>
            </a:pPr>
            <a:r>
              <a:rPr sz="2850" b="1">
                <a:solidFill>
                  <a:srgbClr val="94B6A2"/>
                </a:solidFill>
                <a:latin typeface="Arial"/>
                <a:ea typeface="Arial"/>
                <a:cs typeface="Arial"/>
              </a:rPr>
              <a:t>03</a:t>
            </a:r>
          </a:p>
        </p:txBody>
      </p:sp>
      <p:sp>
        <p:nvSpPr>
          <p:cNvPr id="13" name="Preserve observed order">
            <a:extLst xmlns:a="http://schemas.openxmlformats.org/drawingml/2006/main">
              <a:ext uri="{FF2B5EF4-FFF2-40B4-BE49-F238E27FC236}">
                <a16:creationId xmlns:a16="http://schemas.microsoft.com/office/drawing/2014/main" id="{8DB9C335-AADB-48F4-AC03-2014D70C2A7B}"/>
              </a:ext>
            </a:extLst>
          </p:cNvPr>
          <p:cNvSpPr>
            <a:spLocks xmlns:a="http://schemas.openxmlformats.org/drawingml/2006/main" noGrp="1"/>
          </p:cNvSpPr>
          <p:nvPr/>
        </p:nvSpPr>
        <p:spPr>
          <a:xfrm xmlns:a="http://schemas.openxmlformats.org/drawingml/2006/main">
            <a:off x="1657350" y="443865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D3B33"/>
                </a:solidFill>
                <a:latin typeface="Arial"/>
                <a:ea typeface="Arial"/>
                <a:cs typeface="Arial"/>
              </a:defRPr>
            </a:defPPr>
            <a:lvl1pPr algn="l">
              <a:defRPr sz="2250" b="1">
                <a:solidFill>
                  <a:srgbClr val="1D3B33"/>
                </a:solidFill>
                <a:latin typeface="Arial"/>
                <a:ea typeface="Arial"/>
                <a:cs typeface="Arial"/>
              </a:defRPr>
            </a:lvl1pPr>
            <a:lvl2pPr algn="l">
              <a:defRPr sz="2250" b="1">
                <a:solidFill>
                  <a:srgbClr val="1D3B33"/>
                </a:solidFill>
                <a:latin typeface="Arial"/>
                <a:ea typeface="Arial"/>
                <a:cs typeface="Arial"/>
              </a:defRPr>
            </a:lvl2pPr>
            <a:lvl3pPr algn="l">
              <a:defRPr sz="2250" b="1">
                <a:solidFill>
                  <a:srgbClr val="1D3B33"/>
                </a:solidFill>
                <a:latin typeface="Arial"/>
                <a:ea typeface="Arial"/>
                <a:cs typeface="Arial"/>
              </a:defRPr>
            </a:lvl3pPr>
            <a:lvl4pPr algn="l">
              <a:defRPr sz="2250" b="1">
                <a:solidFill>
                  <a:srgbClr val="1D3B33"/>
                </a:solidFill>
                <a:latin typeface="Arial"/>
                <a:ea typeface="Arial"/>
                <a:cs typeface="Arial"/>
              </a:defRPr>
            </a:lvl4pPr>
            <a:lvl5pPr algn="l">
              <a:defRPr sz="2250" b="1">
                <a:solidFill>
                  <a:srgbClr val="1D3B33"/>
                </a:solidFill>
                <a:latin typeface="Arial"/>
                <a:ea typeface="Arial"/>
                <a:cs typeface="Arial"/>
              </a:defRPr>
            </a:lvl5pPr>
            <a:lvl6pPr algn="l">
              <a:defRPr sz="2250" b="1">
                <a:solidFill>
                  <a:srgbClr val="1D3B33"/>
                </a:solidFill>
                <a:latin typeface="Arial"/>
                <a:ea typeface="Arial"/>
                <a:cs typeface="Arial"/>
              </a:defRPr>
            </a:lvl6pPr>
            <a:lvl7pPr algn="l">
              <a:defRPr sz="2250" b="1">
                <a:solidFill>
                  <a:srgbClr val="1D3B33"/>
                </a:solidFill>
                <a:latin typeface="Arial"/>
                <a:ea typeface="Arial"/>
                <a:cs typeface="Arial"/>
              </a:defRPr>
            </a:lvl7pPr>
            <a:lvl8pPr algn="l">
              <a:defRPr sz="2250" b="1">
                <a:solidFill>
                  <a:srgbClr val="1D3B33"/>
                </a:solidFill>
                <a:latin typeface="Arial"/>
                <a:ea typeface="Arial"/>
                <a:cs typeface="Arial"/>
              </a:defRPr>
            </a:lvl8pPr>
            <a:lvl9pPr algn="l">
              <a:defRPr sz="2250" b="1">
                <a:solidFill>
                  <a:srgbClr val="1D3B33"/>
                </a:solidFill>
                <a:latin typeface="Arial"/>
                <a:ea typeface="Arial"/>
                <a:cs typeface="Arial"/>
              </a:defRPr>
            </a:lvl9pPr>
          </a:lstStyle>
          <a:p xmlns:a="http://schemas.openxmlformats.org/drawingml/2006/main">
            <a:pPr algn="l">
              <a:defRPr sz="2250" b="1">
                <a:solidFill>
                  <a:srgbClr val="1D3B33"/>
                </a:solidFill>
                <a:latin typeface="Arial"/>
                <a:ea typeface="Arial"/>
                <a:cs typeface="Arial"/>
              </a:defRPr>
            </a:pPr>
            <a:r>
              <a:rPr sz="2250" b="1">
                <a:solidFill>
                  <a:srgbClr val="1D3B33"/>
                </a:solidFill>
                <a:latin typeface="Arial"/>
                <a:ea typeface="Arial"/>
                <a:cs typeface="Arial"/>
              </a:rPr>
              <a:t>Preserve observed order</a:t>
            </a:r>
          </a:p>
        </p:txBody>
      </p:sp>
      <p:sp>
        <p:nvSpPr>
          <p:cNvPr id="14" name="Raw   1  2  4  5  3  4  6">
            <a:extLst xmlns:a="http://schemas.openxmlformats.org/drawingml/2006/main">
              <a:ext uri="{FF2B5EF4-FFF2-40B4-BE49-F238E27FC236}">
                <a16:creationId xmlns:a16="http://schemas.microsoft.com/office/drawing/2014/main" id="{B09849CA-9A8D-4319-96CD-F8C7ADD6138D}"/>
              </a:ext>
            </a:extLst>
          </p:cNvPr>
          <p:cNvSpPr>
            <a:spLocks xmlns:a="http://schemas.openxmlformats.org/drawingml/2006/main" noGrp="1"/>
          </p:cNvSpPr>
          <p:nvPr/>
        </p:nvSpPr>
        <p:spPr>
          <a:xfrm xmlns:a="http://schemas.openxmlformats.org/drawingml/2006/main">
            <a:off x="1657350" y="5038725"/>
            <a:ext cx="452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63796E"/>
                </a:solidFill>
                <a:latin typeface="Arial"/>
                <a:ea typeface="Arial"/>
                <a:cs typeface="Arial"/>
              </a:defRPr>
            </a:defPPr>
            <a:lvl1pPr algn="l">
              <a:defRPr sz="2250" b="0">
                <a:solidFill>
                  <a:srgbClr val="63796E"/>
                </a:solidFill>
                <a:latin typeface="Arial"/>
                <a:ea typeface="Arial"/>
                <a:cs typeface="Arial"/>
              </a:defRPr>
            </a:lvl1pPr>
            <a:lvl2pPr algn="l">
              <a:defRPr sz="2250" b="0">
                <a:solidFill>
                  <a:srgbClr val="63796E"/>
                </a:solidFill>
                <a:latin typeface="Arial"/>
                <a:ea typeface="Arial"/>
                <a:cs typeface="Arial"/>
              </a:defRPr>
            </a:lvl2pPr>
            <a:lvl3pPr algn="l">
              <a:defRPr sz="2250" b="0">
                <a:solidFill>
                  <a:srgbClr val="63796E"/>
                </a:solidFill>
                <a:latin typeface="Arial"/>
                <a:ea typeface="Arial"/>
                <a:cs typeface="Arial"/>
              </a:defRPr>
            </a:lvl3pPr>
            <a:lvl4pPr algn="l">
              <a:defRPr sz="2250" b="0">
                <a:solidFill>
                  <a:srgbClr val="63796E"/>
                </a:solidFill>
                <a:latin typeface="Arial"/>
                <a:ea typeface="Arial"/>
                <a:cs typeface="Arial"/>
              </a:defRPr>
            </a:lvl4pPr>
            <a:lvl5pPr algn="l">
              <a:defRPr sz="2250" b="0">
                <a:solidFill>
                  <a:srgbClr val="63796E"/>
                </a:solidFill>
                <a:latin typeface="Arial"/>
                <a:ea typeface="Arial"/>
                <a:cs typeface="Arial"/>
              </a:defRPr>
            </a:lvl5pPr>
            <a:lvl6pPr algn="l">
              <a:defRPr sz="2250" b="0">
                <a:solidFill>
                  <a:srgbClr val="63796E"/>
                </a:solidFill>
                <a:latin typeface="Arial"/>
                <a:ea typeface="Arial"/>
                <a:cs typeface="Arial"/>
              </a:defRPr>
            </a:lvl6pPr>
            <a:lvl7pPr algn="l">
              <a:defRPr sz="2250" b="0">
                <a:solidFill>
                  <a:srgbClr val="63796E"/>
                </a:solidFill>
                <a:latin typeface="Arial"/>
                <a:ea typeface="Arial"/>
                <a:cs typeface="Arial"/>
              </a:defRPr>
            </a:lvl7pPr>
            <a:lvl8pPr algn="l">
              <a:defRPr sz="2250" b="0">
                <a:solidFill>
                  <a:srgbClr val="63796E"/>
                </a:solidFill>
                <a:latin typeface="Arial"/>
                <a:ea typeface="Arial"/>
                <a:cs typeface="Arial"/>
              </a:defRPr>
            </a:lvl8pPr>
            <a:lvl9pPr algn="l">
              <a:defRPr sz="2250" b="0">
                <a:solidFill>
                  <a:srgbClr val="63796E"/>
                </a:solidFill>
                <a:latin typeface="Arial"/>
                <a:ea typeface="Arial"/>
                <a:cs typeface="Arial"/>
              </a:defRPr>
            </a:lvl9pPr>
          </a:lstStyle>
          <a:p xmlns:a="http://schemas.openxmlformats.org/drawingml/2006/main">
            <a:pPr algn="l">
              <a:defRPr sz="2250" b="0">
                <a:solidFill>
                  <a:srgbClr val="63796E"/>
                </a:solidFill>
                <a:latin typeface="Arial"/>
                <a:ea typeface="Arial"/>
                <a:cs typeface="Arial"/>
              </a:defRPr>
            </a:pPr>
            <a:r>
              <a:rPr sz="2250" b="0">
                <a:solidFill>
                  <a:srgbClr val="63796E"/>
                </a:solidFill>
                <a:latin typeface="Arial"/>
                <a:ea typeface="Arial"/>
                <a:cs typeface="Arial"/>
              </a:rPr>
              <a:t>Raw   1  2  4  5  3  4  6</a:t>
            </a:r>
          </a:p>
        </p:txBody>
      </p:sp>
      <p:sp>
        <p:nvSpPr>
          <p:cNvPr id="15" name="Final   1  2  4  5  3  6">
            <a:extLst xmlns:a="http://schemas.openxmlformats.org/drawingml/2006/main">
              <a:ext uri="{FF2B5EF4-FFF2-40B4-BE49-F238E27FC236}">
                <a16:creationId xmlns:a16="http://schemas.microsoft.com/office/drawing/2014/main" id="{0DA31186-FE06-455A-8EB0-7FEFD1A5ABAB}"/>
              </a:ext>
            </a:extLst>
          </p:cNvPr>
          <p:cNvSpPr>
            <a:spLocks xmlns:a="http://schemas.openxmlformats.org/drawingml/2006/main" noGrp="1"/>
          </p:cNvSpPr>
          <p:nvPr/>
        </p:nvSpPr>
        <p:spPr>
          <a:xfrm xmlns:a="http://schemas.openxmlformats.org/drawingml/2006/main">
            <a:off x="6858000" y="5038725"/>
            <a:ext cx="452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85F"/>
                </a:solidFill>
                <a:latin typeface="Arial"/>
                <a:ea typeface="Arial"/>
                <a:cs typeface="Arial"/>
              </a:defRPr>
            </a:defPPr>
            <a:lvl1pPr algn="l">
              <a:defRPr sz="2250" b="1">
                <a:solidFill>
                  <a:srgbClr val="22785F"/>
                </a:solidFill>
                <a:latin typeface="Arial"/>
                <a:ea typeface="Arial"/>
                <a:cs typeface="Arial"/>
              </a:defRPr>
            </a:lvl1pPr>
            <a:lvl2pPr algn="l">
              <a:defRPr sz="2250" b="1">
                <a:solidFill>
                  <a:srgbClr val="22785F"/>
                </a:solidFill>
                <a:latin typeface="Arial"/>
                <a:ea typeface="Arial"/>
                <a:cs typeface="Arial"/>
              </a:defRPr>
            </a:lvl2pPr>
            <a:lvl3pPr algn="l">
              <a:defRPr sz="2250" b="1">
                <a:solidFill>
                  <a:srgbClr val="22785F"/>
                </a:solidFill>
                <a:latin typeface="Arial"/>
                <a:ea typeface="Arial"/>
                <a:cs typeface="Arial"/>
              </a:defRPr>
            </a:lvl3pPr>
            <a:lvl4pPr algn="l">
              <a:defRPr sz="2250" b="1">
                <a:solidFill>
                  <a:srgbClr val="22785F"/>
                </a:solidFill>
                <a:latin typeface="Arial"/>
                <a:ea typeface="Arial"/>
                <a:cs typeface="Arial"/>
              </a:defRPr>
            </a:lvl4pPr>
            <a:lvl5pPr algn="l">
              <a:defRPr sz="2250" b="1">
                <a:solidFill>
                  <a:srgbClr val="22785F"/>
                </a:solidFill>
                <a:latin typeface="Arial"/>
                <a:ea typeface="Arial"/>
                <a:cs typeface="Arial"/>
              </a:defRPr>
            </a:lvl5pPr>
            <a:lvl6pPr algn="l">
              <a:defRPr sz="2250" b="1">
                <a:solidFill>
                  <a:srgbClr val="22785F"/>
                </a:solidFill>
                <a:latin typeface="Arial"/>
                <a:ea typeface="Arial"/>
                <a:cs typeface="Arial"/>
              </a:defRPr>
            </a:lvl6pPr>
            <a:lvl7pPr algn="l">
              <a:defRPr sz="2250" b="1">
                <a:solidFill>
                  <a:srgbClr val="22785F"/>
                </a:solidFill>
                <a:latin typeface="Arial"/>
                <a:ea typeface="Arial"/>
                <a:cs typeface="Arial"/>
              </a:defRPr>
            </a:lvl7pPr>
            <a:lvl8pPr algn="l">
              <a:defRPr sz="2250" b="1">
                <a:solidFill>
                  <a:srgbClr val="22785F"/>
                </a:solidFill>
                <a:latin typeface="Arial"/>
                <a:ea typeface="Arial"/>
                <a:cs typeface="Arial"/>
              </a:defRPr>
            </a:lvl8pPr>
            <a:lvl9pPr algn="l">
              <a:defRPr sz="2250" b="1">
                <a:solidFill>
                  <a:srgbClr val="22785F"/>
                </a:solidFill>
                <a:latin typeface="Arial"/>
                <a:ea typeface="Arial"/>
                <a:cs typeface="Arial"/>
              </a:defRPr>
            </a:lvl9pPr>
          </a:lstStyle>
          <a:p xmlns:a="http://schemas.openxmlformats.org/drawingml/2006/main">
            <a:pPr algn="l">
              <a:defRPr sz="2250" b="1">
                <a:solidFill>
                  <a:srgbClr val="22785F"/>
                </a:solidFill>
                <a:latin typeface="Arial"/>
                <a:ea typeface="Arial"/>
                <a:cs typeface="Arial"/>
              </a:defRPr>
            </a:pPr>
            <a:r>
              <a:rPr sz="2250" b="1">
                <a:solidFill>
                  <a:srgbClr val="22785F"/>
                </a:solidFill>
                <a:latin typeface="Arial"/>
                <a:ea typeface="Arial"/>
                <a:cs typeface="Arial"/>
              </a:rPr>
              <a:t>Final   1  2  4  5  3  6</a:t>
            </a:r>
          </a:p>
        </p:txBody>
      </p:sp>
      <p:sp>
        <p:nvSpPr>
          <p:cNvPr id="16" name="Original Video 8. Raw and final outputs use different sampli">
            <a:extLst xmlns:a="http://schemas.openxmlformats.org/drawingml/2006/main">
              <a:ext uri="{FF2B5EF4-FFF2-40B4-BE49-F238E27FC236}">
                <a16:creationId xmlns:a16="http://schemas.microsoft.com/office/drawing/2014/main" id="{0258CAA9-91A3-444A-B67F-DA67719AC9ED}"/>
              </a:ext>
            </a:extLst>
          </p:cNvPr>
          <p:cNvSpPr>
            <a:spLocks xmlns:a="http://schemas.openxmlformats.org/drawingml/2006/main" noGrp="1"/>
          </p:cNvSpPr>
          <p:nvPr/>
        </p:nvSpPr>
        <p:spPr>
          <a:xfrm xmlns:a="http://schemas.openxmlformats.org/drawingml/2006/main">
            <a:off x="1657350" y="5753100"/>
            <a:ext cx="9734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3796E"/>
                </a:solidFill>
                <a:latin typeface="Arial"/>
                <a:ea typeface="Arial"/>
                <a:cs typeface="Arial"/>
              </a:defRPr>
            </a:defPPr>
            <a:lvl1pPr algn="l">
              <a:defRPr sz="1350" b="0">
                <a:solidFill>
                  <a:srgbClr val="63796E"/>
                </a:solidFill>
                <a:latin typeface="Arial"/>
                <a:ea typeface="Arial"/>
                <a:cs typeface="Arial"/>
              </a:defRPr>
            </a:lvl1pPr>
            <a:lvl2pPr algn="l">
              <a:defRPr sz="1350" b="0">
                <a:solidFill>
                  <a:srgbClr val="63796E"/>
                </a:solidFill>
                <a:latin typeface="Arial"/>
                <a:ea typeface="Arial"/>
                <a:cs typeface="Arial"/>
              </a:defRPr>
            </a:lvl2pPr>
            <a:lvl3pPr algn="l">
              <a:defRPr sz="1350" b="0">
                <a:solidFill>
                  <a:srgbClr val="63796E"/>
                </a:solidFill>
                <a:latin typeface="Arial"/>
                <a:ea typeface="Arial"/>
                <a:cs typeface="Arial"/>
              </a:defRPr>
            </a:lvl3pPr>
            <a:lvl4pPr algn="l">
              <a:defRPr sz="1350" b="0">
                <a:solidFill>
                  <a:srgbClr val="63796E"/>
                </a:solidFill>
                <a:latin typeface="Arial"/>
                <a:ea typeface="Arial"/>
                <a:cs typeface="Arial"/>
              </a:defRPr>
            </a:lvl4pPr>
            <a:lvl5pPr algn="l">
              <a:defRPr sz="1350" b="0">
                <a:solidFill>
                  <a:srgbClr val="63796E"/>
                </a:solidFill>
                <a:latin typeface="Arial"/>
                <a:ea typeface="Arial"/>
                <a:cs typeface="Arial"/>
              </a:defRPr>
            </a:lvl5pPr>
            <a:lvl6pPr algn="l">
              <a:defRPr sz="1350" b="0">
                <a:solidFill>
                  <a:srgbClr val="63796E"/>
                </a:solidFill>
                <a:latin typeface="Arial"/>
                <a:ea typeface="Arial"/>
                <a:cs typeface="Arial"/>
              </a:defRPr>
            </a:lvl6pPr>
            <a:lvl7pPr algn="l">
              <a:defRPr sz="1350" b="0">
                <a:solidFill>
                  <a:srgbClr val="63796E"/>
                </a:solidFill>
                <a:latin typeface="Arial"/>
                <a:ea typeface="Arial"/>
                <a:cs typeface="Arial"/>
              </a:defRPr>
            </a:lvl7pPr>
            <a:lvl8pPr algn="l">
              <a:defRPr sz="1350" b="0">
                <a:solidFill>
                  <a:srgbClr val="63796E"/>
                </a:solidFill>
                <a:latin typeface="Arial"/>
                <a:ea typeface="Arial"/>
                <a:cs typeface="Arial"/>
              </a:defRPr>
            </a:lvl8pPr>
            <a:lvl9pPr algn="l">
              <a:defRPr sz="1350" b="0">
                <a:solidFill>
                  <a:srgbClr val="63796E"/>
                </a:solidFill>
                <a:latin typeface="Arial"/>
                <a:ea typeface="Arial"/>
                <a:cs typeface="Arial"/>
              </a:defRPr>
            </a:lvl9pPr>
          </a:lstStyle>
          <a:p xmlns:a="http://schemas.openxmlformats.org/drawingml/2006/main">
            <a:pPr algn="l">
              <a:defRPr sz="1350" b="0">
                <a:solidFill>
                  <a:srgbClr val="63796E"/>
                </a:solidFill>
                <a:latin typeface="Arial"/>
                <a:ea typeface="Arial"/>
                <a:cs typeface="Arial"/>
              </a:defRPr>
            </a:pPr>
            <a:r>
              <a:rPr sz="1350" b="0">
                <a:solidFill>
                  <a:srgbClr val="63796E"/>
                </a:solidFill>
                <a:latin typeface="Arial"/>
                <a:ea typeface="Arial"/>
                <a:cs typeface="Arial"/>
              </a:rPr>
              <a:t>Original Video 8. Raw and final outputs use different sampling and decoding stages.</a:t>
            </a:r>
          </a:p>
        </p:txBody>
      </p:sp>
    </p:spTree>
    <p:extLst>
      <p:ext uri="{BB962C8B-B14F-4D97-AF65-F5344CB8AC3E}">
        <p14:creationId xmlns:p14="http://schemas.microsoft.com/office/powerpoint/2010/main" val="1767187059"/>
      </p:ext>
    </p:extLst>
  </p:cSld>
</p:sld>
</file>

<file path=ppt/slides/slide7.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2" name="System demonstration">
            <a:extLst xmlns:a="http://schemas.openxmlformats.org/drawingml/2006/main">
              <a:ext uri="{FF2B5EF4-FFF2-40B4-BE49-F238E27FC236}">
                <a16:creationId xmlns:a16="http://schemas.microsoft.com/office/drawing/2014/main" id="{2C924B9E-C36D-42B9-943B-B29BC7E61413}"/>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D3B33"/>
                </a:solidFill>
                <a:latin typeface="Arial"/>
                <a:ea typeface="Arial"/>
                <a:cs typeface="Arial"/>
              </a:defRPr>
            </a:defPPr>
            <a:lvl1pPr algn="l">
              <a:defRPr sz="3300" b="1">
                <a:solidFill>
                  <a:srgbClr val="1D3B33"/>
                </a:solidFill>
                <a:latin typeface="Arial"/>
                <a:ea typeface="Arial"/>
                <a:cs typeface="Arial"/>
              </a:defRPr>
            </a:lvl1pPr>
            <a:lvl2pPr algn="l">
              <a:defRPr sz="3300" b="1">
                <a:solidFill>
                  <a:srgbClr val="1D3B33"/>
                </a:solidFill>
                <a:latin typeface="Arial"/>
                <a:ea typeface="Arial"/>
                <a:cs typeface="Arial"/>
              </a:defRPr>
            </a:lvl2pPr>
            <a:lvl3pPr algn="l">
              <a:defRPr sz="3300" b="1">
                <a:solidFill>
                  <a:srgbClr val="1D3B33"/>
                </a:solidFill>
                <a:latin typeface="Arial"/>
                <a:ea typeface="Arial"/>
                <a:cs typeface="Arial"/>
              </a:defRPr>
            </a:lvl3pPr>
            <a:lvl4pPr algn="l">
              <a:defRPr sz="3300" b="1">
                <a:solidFill>
                  <a:srgbClr val="1D3B33"/>
                </a:solidFill>
                <a:latin typeface="Arial"/>
                <a:ea typeface="Arial"/>
                <a:cs typeface="Arial"/>
              </a:defRPr>
            </a:lvl4pPr>
            <a:lvl5pPr algn="l">
              <a:defRPr sz="3300" b="1">
                <a:solidFill>
                  <a:srgbClr val="1D3B33"/>
                </a:solidFill>
                <a:latin typeface="Arial"/>
                <a:ea typeface="Arial"/>
                <a:cs typeface="Arial"/>
              </a:defRPr>
            </a:lvl5pPr>
            <a:lvl6pPr algn="l">
              <a:defRPr sz="3300" b="1">
                <a:solidFill>
                  <a:srgbClr val="1D3B33"/>
                </a:solidFill>
                <a:latin typeface="Arial"/>
                <a:ea typeface="Arial"/>
                <a:cs typeface="Arial"/>
              </a:defRPr>
            </a:lvl6pPr>
            <a:lvl7pPr algn="l">
              <a:defRPr sz="3300" b="1">
                <a:solidFill>
                  <a:srgbClr val="1D3B33"/>
                </a:solidFill>
                <a:latin typeface="Arial"/>
                <a:ea typeface="Arial"/>
                <a:cs typeface="Arial"/>
              </a:defRPr>
            </a:lvl7pPr>
            <a:lvl8pPr algn="l">
              <a:defRPr sz="3300" b="1">
                <a:solidFill>
                  <a:srgbClr val="1D3B33"/>
                </a:solidFill>
                <a:latin typeface="Arial"/>
                <a:ea typeface="Arial"/>
                <a:cs typeface="Arial"/>
              </a:defRPr>
            </a:lvl8pPr>
            <a:lvl9pPr algn="l">
              <a:defRPr sz="3300" b="1">
                <a:solidFill>
                  <a:srgbClr val="1D3B33"/>
                </a:solidFill>
                <a:latin typeface="Arial"/>
                <a:ea typeface="Arial"/>
                <a:cs typeface="Arial"/>
              </a:defRPr>
            </a:lvl9pPr>
          </a:lstStyle>
          <a:p xmlns:a="http://schemas.openxmlformats.org/drawingml/2006/main">
            <a:pPr algn="l">
              <a:defRPr sz="3300" b="1">
                <a:solidFill>
                  <a:srgbClr val="1D3B33"/>
                </a:solidFill>
                <a:latin typeface="Arial"/>
                <a:ea typeface="Arial"/>
                <a:cs typeface="Arial"/>
              </a:defRPr>
            </a:pPr>
            <a:r>
              <a:rPr sz="3300" b="1">
                <a:solidFill>
                  <a:srgbClr val="1D3B33"/>
                </a:solidFill>
                <a:latin typeface="Arial"/>
                <a:ea typeface="Arial"/>
                <a:cs typeface="Arial"/>
              </a:rPr>
              <a:t>Recorded system demonstration</a:t>
            </a:r>
          </a:p>
        </p:txBody>
      </p:sp>
      <p:sp>
        <p:nvSpPr>
          <p:cNvPr id="3" name="One selected model per session">
            <a:extLst xmlns:a="http://schemas.openxmlformats.org/drawingml/2006/main">
              <a:ext uri="{FF2B5EF4-FFF2-40B4-BE49-F238E27FC236}">
                <a16:creationId xmlns:a16="http://schemas.microsoft.com/office/drawing/2014/main" id="{9588AEC4-63A9-4B2B-86EC-4CCE057C1944}"/>
              </a:ext>
            </a:extLst>
          </p:cNvPr>
          <p:cNvSpPr>
            <a:spLocks xmlns:a="http://schemas.openxmlformats.org/drawingml/2006/main" noGrp="1"/>
          </p:cNvSpPr>
          <p:nvPr/>
        </p:nvSpPr>
        <p:spPr>
          <a:xfrm xmlns:a="http://schemas.openxmlformats.org/drawingml/2006/main">
            <a:off x="609600" y="11525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796E"/>
                </a:solidFill>
                <a:latin typeface="Arial"/>
                <a:ea typeface="Arial"/>
                <a:cs typeface="Arial"/>
              </a:defRPr>
            </a:defPPr>
            <a:lvl1pPr algn="l">
              <a:defRPr sz="1800" b="0">
                <a:solidFill>
                  <a:srgbClr val="63796E"/>
                </a:solidFill>
                <a:latin typeface="Arial"/>
                <a:ea typeface="Arial"/>
                <a:cs typeface="Arial"/>
              </a:defRPr>
            </a:lvl1pPr>
            <a:lvl2pPr algn="l">
              <a:defRPr sz="1800" b="0">
                <a:solidFill>
                  <a:srgbClr val="63796E"/>
                </a:solidFill>
                <a:latin typeface="Arial"/>
                <a:ea typeface="Arial"/>
                <a:cs typeface="Arial"/>
              </a:defRPr>
            </a:lvl2pPr>
            <a:lvl3pPr algn="l">
              <a:defRPr sz="1800" b="0">
                <a:solidFill>
                  <a:srgbClr val="63796E"/>
                </a:solidFill>
                <a:latin typeface="Arial"/>
                <a:ea typeface="Arial"/>
                <a:cs typeface="Arial"/>
              </a:defRPr>
            </a:lvl3pPr>
            <a:lvl4pPr algn="l">
              <a:defRPr sz="1800" b="0">
                <a:solidFill>
                  <a:srgbClr val="63796E"/>
                </a:solidFill>
                <a:latin typeface="Arial"/>
                <a:ea typeface="Arial"/>
                <a:cs typeface="Arial"/>
              </a:defRPr>
            </a:lvl4pPr>
            <a:lvl5pPr algn="l">
              <a:defRPr sz="1800" b="0">
                <a:solidFill>
                  <a:srgbClr val="63796E"/>
                </a:solidFill>
                <a:latin typeface="Arial"/>
                <a:ea typeface="Arial"/>
                <a:cs typeface="Arial"/>
              </a:defRPr>
            </a:lvl5pPr>
            <a:lvl6pPr algn="l">
              <a:defRPr sz="1800" b="0">
                <a:solidFill>
                  <a:srgbClr val="63796E"/>
                </a:solidFill>
                <a:latin typeface="Arial"/>
                <a:ea typeface="Arial"/>
                <a:cs typeface="Arial"/>
              </a:defRPr>
            </a:lvl6pPr>
            <a:lvl7pPr algn="l">
              <a:defRPr sz="1800" b="0">
                <a:solidFill>
                  <a:srgbClr val="63796E"/>
                </a:solidFill>
                <a:latin typeface="Arial"/>
                <a:ea typeface="Arial"/>
                <a:cs typeface="Arial"/>
              </a:defRPr>
            </a:lvl7pPr>
            <a:lvl8pPr algn="l">
              <a:defRPr sz="1800" b="0">
                <a:solidFill>
                  <a:srgbClr val="63796E"/>
                </a:solidFill>
                <a:latin typeface="Arial"/>
                <a:ea typeface="Arial"/>
                <a:cs typeface="Arial"/>
              </a:defRPr>
            </a:lvl8pPr>
            <a:lvl9pPr algn="l">
              <a:defRPr sz="1800" b="0">
                <a:solidFill>
                  <a:srgbClr val="63796E"/>
                </a:solidFill>
                <a:latin typeface="Arial"/>
                <a:ea typeface="Arial"/>
                <a:cs typeface="Arial"/>
              </a:defRPr>
            </a:lvl9pPr>
          </a:lstStyle>
          <a:p xmlns:a="http://schemas.openxmlformats.org/drawingml/2006/main">
            <a:pPr algn="l">
              <a:defRPr sz="1800" b="0">
                <a:solidFill>
                  <a:srgbClr val="63796E"/>
                </a:solidFill>
                <a:latin typeface="Arial"/>
                <a:ea typeface="Arial"/>
                <a:cs typeface="Arial"/>
              </a:defRPr>
            </a:pPr>
            <a:r>
              <a:rPr sz="1800" b="0">
                <a:solidFill>
                  <a:srgbClr val="63796E"/>
                </a:solidFill>
                <a:latin typeface="Arial"/>
                <a:ea typeface="Arial"/>
                <a:cs typeface="Arial"/>
              </a:rPr>
              <a:t>Application walkthrough</a:t>
            </a:r>
          </a:p>
        </p:txBody>
      </p:sp>
      <p:sp>
        <p:nvSpPr>
          <p:cNvPr id="4" name="GROUP 43  /  FINAL PROJECT">
            <a:extLst xmlns:a="http://schemas.openxmlformats.org/drawingml/2006/main">
              <a:ext uri="{FF2B5EF4-FFF2-40B4-BE49-F238E27FC236}">
                <a16:creationId xmlns:a16="http://schemas.microsoft.com/office/drawing/2014/main" id="{2E30B601-785F-4947-937A-1E0FAE319FF2}"/>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796E"/>
                </a:solidFill>
                <a:latin typeface="Arial"/>
                <a:ea typeface="Arial"/>
                <a:cs typeface="Arial"/>
              </a:defRPr>
            </a:defPPr>
            <a:lvl1pPr algn="l">
              <a:defRPr sz="1200" b="0">
                <a:solidFill>
                  <a:srgbClr val="63796E"/>
                </a:solidFill>
                <a:latin typeface="Arial"/>
                <a:ea typeface="Arial"/>
                <a:cs typeface="Arial"/>
              </a:defRPr>
            </a:lvl1pPr>
            <a:lvl2pPr algn="l">
              <a:defRPr sz="1200" b="0">
                <a:solidFill>
                  <a:srgbClr val="63796E"/>
                </a:solidFill>
                <a:latin typeface="Arial"/>
                <a:ea typeface="Arial"/>
                <a:cs typeface="Arial"/>
              </a:defRPr>
            </a:lvl2pPr>
            <a:lvl3pPr algn="l">
              <a:defRPr sz="1200" b="0">
                <a:solidFill>
                  <a:srgbClr val="63796E"/>
                </a:solidFill>
                <a:latin typeface="Arial"/>
                <a:ea typeface="Arial"/>
                <a:cs typeface="Arial"/>
              </a:defRPr>
            </a:lvl3pPr>
            <a:lvl4pPr algn="l">
              <a:defRPr sz="1200" b="0">
                <a:solidFill>
                  <a:srgbClr val="63796E"/>
                </a:solidFill>
                <a:latin typeface="Arial"/>
                <a:ea typeface="Arial"/>
                <a:cs typeface="Arial"/>
              </a:defRPr>
            </a:lvl4pPr>
            <a:lvl5pPr algn="l">
              <a:defRPr sz="1200" b="0">
                <a:solidFill>
                  <a:srgbClr val="63796E"/>
                </a:solidFill>
                <a:latin typeface="Arial"/>
                <a:ea typeface="Arial"/>
                <a:cs typeface="Arial"/>
              </a:defRPr>
            </a:lvl5pPr>
            <a:lvl6pPr algn="l">
              <a:defRPr sz="1200" b="0">
                <a:solidFill>
                  <a:srgbClr val="63796E"/>
                </a:solidFill>
                <a:latin typeface="Arial"/>
                <a:ea typeface="Arial"/>
                <a:cs typeface="Arial"/>
              </a:defRPr>
            </a:lvl6pPr>
            <a:lvl7pPr algn="l">
              <a:defRPr sz="1200" b="0">
                <a:solidFill>
                  <a:srgbClr val="63796E"/>
                </a:solidFill>
                <a:latin typeface="Arial"/>
                <a:ea typeface="Arial"/>
                <a:cs typeface="Arial"/>
              </a:defRPr>
            </a:lvl7pPr>
            <a:lvl8pPr algn="l">
              <a:defRPr sz="1200" b="0">
                <a:solidFill>
                  <a:srgbClr val="63796E"/>
                </a:solidFill>
                <a:latin typeface="Arial"/>
                <a:ea typeface="Arial"/>
                <a:cs typeface="Arial"/>
              </a:defRPr>
            </a:lvl8pPr>
            <a:lvl9pPr algn="l">
              <a:defRPr sz="1200" b="0">
                <a:solidFill>
                  <a:srgbClr val="63796E"/>
                </a:solidFill>
                <a:latin typeface="Arial"/>
                <a:ea typeface="Arial"/>
                <a:cs typeface="Arial"/>
              </a:defRPr>
            </a:lvl9pPr>
          </a:lstStyle>
          <a:p xmlns:a="http://schemas.openxmlformats.org/drawingml/2006/main">
            <a:pPr algn="l">
              <a:defRPr sz="1200" b="0">
                <a:solidFill>
                  <a:srgbClr val="63796E"/>
                </a:solidFill>
                <a:latin typeface="Arial"/>
                <a:ea typeface="Arial"/>
                <a:cs typeface="Arial"/>
              </a:defRPr>
            </a:pPr>
            <a:r>
              <a:rPr sz="1200" b="0">
                <a:solidFill>
                  <a:srgbClr val="63796E"/>
                </a:solidFill>
                <a:latin typeface="Arial"/>
                <a:ea typeface="Arial"/>
                <a:cs typeface="Arial"/>
              </a:rPr>
              <a:t>GROUP 43  /  FINAL PROJECT</a:t>
            </a:r>
          </a:p>
        </p:txBody>
      </p:sp>
      <p:sp>
        <p:nvSpPr>
          <p:cNvPr id="5" name="07">
            <a:extLst xmlns:a="http://schemas.openxmlformats.org/drawingml/2006/main">
              <a:ext uri="{FF2B5EF4-FFF2-40B4-BE49-F238E27FC236}">
                <a16:creationId xmlns:a16="http://schemas.microsoft.com/office/drawing/2014/main" id="{D52BBEE6-BB26-44E5-A058-462E70470970}"/>
              </a:ext>
            </a:extLst>
          </p:cNvPr>
          <p:cNvSpPr>
            <a:spLocks xmlns:a="http://schemas.openxmlformats.org/drawingml/2006/main" noGrp="1"/>
          </p:cNvSpPr>
          <p:nvPr/>
        </p:nvSpPr>
        <p:spPr>
          <a:xfrm xmlns:a="http://schemas.openxmlformats.org/drawingml/2006/main">
            <a:off x="11049000" y="63722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63796E"/>
                </a:solidFill>
                <a:latin typeface="Arial"/>
                <a:ea typeface="Arial"/>
                <a:cs typeface="Arial"/>
              </a:defRPr>
            </a:defPPr>
            <a:lvl1pPr algn="r">
              <a:defRPr sz="1500" b="0">
                <a:solidFill>
                  <a:srgbClr val="63796E"/>
                </a:solidFill>
                <a:latin typeface="Arial"/>
                <a:ea typeface="Arial"/>
                <a:cs typeface="Arial"/>
              </a:defRPr>
            </a:lvl1pPr>
            <a:lvl2pPr algn="r">
              <a:defRPr sz="1500" b="0">
                <a:solidFill>
                  <a:srgbClr val="63796E"/>
                </a:solidFill>
                <a:latin typeface="Arial"/>
                <a:ea typeface="Arial"/>
                <a:cs typeface="Arial"/>
              </a:defRPr>
            </a:lvl2pPr>
            <a:lvl3pPr algn="r">
              <a:defRPr sz="1500" b="0">
                <a:solidFill>
                  <a:srgbClr val="63796E"/>
                </a:solidFill>
                <a:latin typeface="Arial"/>
                <a:ea typeface="Arial"/>
                <a:cs typeface="Arial"/>
              </a:defRPr>
            </a:lvl3pPr>
            <a:lvl4pPr algn="r">
              <a:defRPr sz="1500" b="0">
                <a:solidFill>
                  <a:srgbClr val="63796E"/>
                </a:solidFill>
                <a:latin typeface="Arial"/>
                <a:ea typeface="Arial"/>
                <a:cs typeface="Arial"/>
              </a:defRPr>
            </a:lvl4pPr>
            <a:lvl5pPr algn="r">
              <a:defRPr sz="1500" b="0">
                <a:solidFill>
                  <a:srgbClr val="63796E"/>
                </a:solidFill>
                <a:latin typeface="Arial"/>
                <a:ea typeface="Arial"/>
                <a:cs typeface="Arial"/>
              </a:defRPr>
            </a:lvl5pPr>
            <a:lvl6pPr algn="r">
              <a:defRPr sz="1500" b="0">
                <a:solidFill>
                  <a:srgbClr val="63796E"/>
                </a:solidFill>
                <a:latin typeface="Arial"/>
                <a:ea typeface="Arial"/>
                <a:cs typeface="Arial"/>
              </a:defRPr>
            </a:lvl6pPr>
            <a:lvl7pPr algn="r">
              <a:defRPr sz="1500" b="0">
                <a:solidFill>
                  <a:srgbClr val="63796E"/>
                </a:solidFill>
                <a:latin typeface="Arial"/>
                <a:ea typeface="Arial"/>
                <a:cs typeface="Arial"/>
              </a:defRPr>
            </a:lvl7pPr>
            <a:lvl8pPr algn="r">
              <a:defRPr sz="1500" b="0">
                <a:solidFill>
                  <a:srgbClr val="63796E"/>
                </a:solidFill>
                <a:latin typeface="Arial"/>
                <a:ea typeface="Arial"/>
                <a:cs typeface="Arial"/>
              </a:defRPr>
            </a:lvl8pPr>
            <a:lvl9pPr algn="r">
              <a:defRPr sz="1500" b="0">
                <a:solidFill>
                  <a:srgbClr val="63796E"/>
                </a:solidFill>
                <a:latin typeface="Arial"/>
                <a:ea typeface="Arial"/>
                <a:cs typeface="Arial"/>
              </a:defRPr>
            </a:lvl9pPr>
          </a:lstStyle>
          <a:p xmlns:a="http://schemas.openxmlformats.org/drawingml/2006/main">
            <a:pPr algn="r">
              <a:defRPr sz="1500" b="0">
                <a:solidFill>
                  <a:srgbClr val="63796E"/>
                </a:solidFill>
                <a:latin typeface="Arial"/>
                <a:ea typeface="Arial"/>
                <a:cs typeface="Arial"/>
              </a:defRPr>
            </a:pPr>
            <a:r>
              <a:rPr sz="1500" b="0">
                <a:solidFill>
                  <a:srgbClr val="63796E"/>
                </a:solidFill>
                <a:latin typeface="Arial"/>
                <a:ea typeface="Arial"/>
                <a:cs typeface="Arial"/>
              </a:rPr>
              <a:t>07</a:t>
            </a:r>
          </a:p>
        </p:txBody>
      </p:sp>
      <p:pic>
        <p:nvPicPr>
          <p:cNvPr id="6" name="">
            <a:extLst xmlns:a="http://schemas.openxmlformats.org/drawingml/2006/main">
              <a:ext uri="{FF2B5EF4-FFF2-40B4-BE49-F238E27FC236}">
                <a16:creationId xmlns:a16="http://schemas.microsoft.com/office/drawing/2014/main" id="{1F6CA741-C099-43DF-AAC2-F4EB291902FB}"/>
              </a:ext>
            </a:extLst>
          </p:cNvPr>
          <p:cNvPicPr>
            <a:picLocks xmlns:a="http://schemas.openxmlformats.org/drawingml/2006/main" noChangeAspect="1"/>
          </p:cNvPicPr>
          <p:nvPr/>
        </p:nvPicPr>
        <p:blipFill>
          <a:blip xmlns:r="http://schemas.openxmlformats.org/officeDocument/2006/relationships" xmlns:a="http://schemas.openxmlformats.org/drawingml/2006/main" r:embed="Rf975fae4229e420c"/>
          <a:stretch xmlns:a="http://schemas.openxmlformats.org/drawingml/2006/main"/>
        </p:blipFill>
        <p:spPr>
          <a:xfrm xmlns:a="http://schemas.openxmlformats.org/drawingml/2006/main">
            <a:off x="1268579" y="1771650"/>
            <a:ext cx="5159042" cy="4257675"/>
          </a:xfrm>
          <a:prstGeom xmlns:a="http://schemas.openxmlformats.org/drawingml/2006/main" prst="rect">
            <a:avLst/>
          </a:prstGeom>
        </p:spPr>
      </p:pic>
      <p:sp>
        <p:nvSpPr>
          <p:cNvPr id="7" name="5:00">
            <a:extLst xmlns:a="http://schemas.openxmlformats.org/drawingml/2006/main">
              <a:ext uri="{FF2B5EF4-FFF2-40B4-BE49-F238E27FC236}">
                <a16:creationId xmlns:a16="http://schemas.microsoft.com/office/drawing/2014/main" id="{0D80357D-3F46-49B5-BD93-6567A893FD2E}"/>
              </a:ext>
            </a:extLst>
          </p:cNvPr>
          <p:cNvSpPr>
            <a:spLocks xmlns:a="http://schemas.openxmlformats.org/drawingml/2006/main" noGrp="1"/>
          </p:cNvSpPr>
          <p:nvPr/>
        </p:nvSpPr>
        <p:spPr>
          <a:xfrm xmlns:a="http://schemas.openxmlformats.org/drawingml/2006/main">
            <a:off x="7943850" y="18573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22785F"/>
                </a:solidFill>
                <a:latin typeface="Arial"/>
                <a:ea typeface="Arial"/>
                <a:cs typeface="Arial"/>
              </a:defRPr>
            </a:defPPr>
            <a:lvl1pPr algn="l">
              <a:defRPr sz="5700" b="1">
                <a:solidFill>
                  <a:srgbClr val="22785F"/>
                </a:solidFill>
                <a:latin typeface="Arial"/>
                <a:ea typeface="Arial"/>
                <a:cs typeface="Arial"/>
              </a:defRPr>
            </a:lvl1pPr>
            <a:lvl2pPr algn="l">
              <a:defRPr sz="5700" b="1">
                <a:solidFill>
                  <a:srgbClr val="22785F"/>
                </a:solidFill>
                <a:latin typeface="Arial"/>
                <a:ea typeface="Arial"/>
                <a:cs typeface="Arial"/>
              </a:defRPr>
            </a:lvl2pPr>
            <a:lvl3pPr algn="l">
              <a:defRPr sz="5700" b="1">
                <a:solidFill>
                  <a:srgbClr val="22785F"/>
                </a:solidFill>
                <a:latin typeface="Arial"/>
                <a:ea typeface="Arial"/>
                <a:cs typeface="Arial"/>
              </a:defRPr>
            </a:lvl3pPr>
            <a:lvl4pPr algn="l">
              <a:defRPr sz="5700" b="1">
                <a:solidFill>
                  <a:srgbClr val="22785F"/>
                </a:solidFill>
                <a:latin typeface="Arial"/>
                <a:ea typeface="Arial"/>
                <a:cs typeface="Arial"/>
              </a:defRPr>
            </a:lvl4pPr>
            <a:lvl5pPr algn="l">
              <a:defRPr sz="5700" b="1">
                <a:solidFill>
                  <a:srgbClr val="22785F"/>
                </a:solidFill>
                <a:latin typeface="Arial"/>
                <a:ea typeface="Arial"/>
                <a:cs typeface="Arial"/>
              </a:defRPr>
            </a:lvl5pPr>
            <a:lvl6pPr algn="l">
              <a:defRPr sz="5700" b="1">
                <a:solidFill>
                  <a:srgbClr val="22785F"/>
                </a:solidFill>
                <a:latin typeface="Arial"/>
                <a:ea typeface="Arial"/>
                <a:cs typeface="Arial"/>
              </a:defRPr>
            </a:lvl6pPr>
            <a:lvl7pPr algn="l">
              <a:defRPr sz="5700" b="1">
                <a:solidFill>
                  <a:srgbClr val="22785F"/>
                </a:solidFill>
                <a:latin typeface="Arial"/>
                <a:ea typeface="Arial"/>
                <a:cs typeface="Arial"/>
              </a:defRPr>
            </a:lvl7pPr>
            <a:lvl8pPr algn="l">
              <a:defRPr sz="5700" b="1">
                <a:solidFill>
                  <a:srgbClr val="22785F"/>
                </a:solidFill>
                <a:latin typeface="Arial"/>
                <a:ea typeface="Arial"/>
                <a:cs typeface="Arial"/>
              </a:defRPr>
            </a:lvl8pPr>
            <a:lvl9pPr algn="l">
              <a:defRPr sz="5700" b="1">
                <a:solidFill>
                  <a:srgbClr val="22785F"/>
                </a:solidFill>
                <a:latin typeface="Arial"/>
                <a:ea typeface="Arial"/>
                <a:cs typeface="Arial"/>
              </a:defRPr>
            </a:lvl9pPr>
          </a:lstStyle>
          <a:p xmlns:a="http://schemas.openxmlformats.org/drawingml/2006/main">
            <a:pPr algn="l">
              <a:defRPr sz="5700" b="1">
                <a:solidFill>
                  <a:srgbClr val="22785F"/>
                </a:solidFill>
                <a:latin typeface="Arial"/>
                <a:ea typeface="Arial"/>
                <a:cs typeface="Arial"/>
              </a:defRPr>
            </a:pPr>
            <a:r>
              <a:rPr sz="5700" b="1">
                <a:solidFill>
                  <a:srgbClr val="22785F"/>
                </a:solidFill>
                <a:latin typeface="Arial"/>
                <a:ea typeface="Arial"/>
                <a:cs typeface="Arial"/>
              </a:rPr>
              <a:t>5:00</a:t>
            </a:r>
          </a:p>
        </p:txBody>
      </p:sp>
      <p:sp>
        <p:nvSpPr>
          <p:cNvPr id="8" name="Standard sequence">
            <a:extLst xmlns:a="http://schemas.openxmlformats.org/drawingml/2006/main">
              <a:ext uri="{FF2B5EF4-FFF2-40B4-BE49-F238E27FC236}">
                <a16:creationId xmlns:a16="http://schemas.microsoft.com/office/drawing/2014/main" id="{69172081-A709-4A53-9EBB-E3FF7E976520}"/>
              </a:ext>
            </a:extLst>
          </p:cNvPr>
          <p:cNvSpPr>
            <a:spLocks xmlns:a="http://schemas.openxmlformats.org/drawingml/2006/main" noGrp="1"/>
          </p:cNvSpPr>
          <p:nvPr/>
        </p:nvSpPr>
        <p:spPr>
          <a:xfrm xmlns:a="http://schemas.openxmlformats.org/drawingml/2006/main">
            <a:off x="7943850" y="32099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D3B33"/>
                </a:solidFill>
                <a:latin typeface="Arial"/>
                <a:ea typeface="Arial"/>
                <a:cs typeface="Arial"/>
              </a:defRPr>
            </a:defPPr>
            <a:lvl1pPr algn="l">
              <a:defRPr sz="2250" b="1">
                <a:solidFill>
                  <a:srgbClr val="1D3B33"/>
                </a:solidFill>
                <a:latin typeface="Arial"/>
                <a:ea typeface="Arial"/>
                <a:cs typeface="Arial"/>
              </a:defRPr>
            </a:lvl1pPr>
            <a:lvl2pPr algn="l">
              <a:defRPr sz="2250" b="1">
                <a:solidFill>
                  <a:srgbClr val="1D3B33"/>
                </a:solidFill>
                <a:latin typeface="Arial"/>
                <a:ea typeface="Arial"/>
                <a:cs typeface="Arial"/>
              </a:defRPr>
            </a:lvl2pPr>
            <a:lvl3pPr algn="l">
              <a:defRPr sz="2250" b="1">
                <a:solidFill>
                  <a:srgbClr val="1D3B33"/>
                </a:solidFill>
                <a:latin typeface="Arial"/>
                <a:ea typeface="Arial"/>
                <a:cs typeface="Arial"/>
              </a:defRPr>
            </a:lvl3pPr>
            <a:lvl4pPr algn="l">
              <a:defRPr sz="2250" b="1">
                <a:solidFill>
                  <a:srgbClr val="1D3B33"/>
                </a:solidFill>
                <a:latin typeface="Arial"/>
                <a:ea typeface="Arial"/>
                <a:cs typeface="Arial"/>
              </a:defRPr>
            </a:lvl4pPr>
            <a:lvl5pPr algn="l">
              <a:defRPr sz="2250" b="1">
                <a:solidFill>
                  <a:srgbClr val="1D3B33"/>
                </a:solidFill>
                <a:latin typeface="Arial"/>
                <a:ea typeface="Arial"/>
                <a:cs typeface="Arial"/>
              </a:defRPr>
            </a:lvl5pPr>
            <a:lvl6pPr algn="l">
              <a:defRPr sz="2250" b="1">
                <a:solidFill>
                  <a:srgbClr val="1D3B33"/>
                </a:solidFill>
                <a:latin typeface="Arial"/>
                <a:ea typeface="Arial"/>
                <a:cs typeface="Arial"/>
              </a:defRPr>
            </a:lvl6pPr>
            <a:lvl7pPr algn="l">
              <a:defRPr sz="2250" b="1">
                <a:solidFill>
                  <a:srgbClr val="1D3B33"/>
                </a:solidFill>
                <a:latin typeface="Arial"/>
                <a:ea typeface="Arial"/>
                <a:cs typeface="Arial"/>
              </a:defRPr>
            </a:lvl7pPr>
            <a:lvl8pPr algn="l">
              <a:defRPr sz="2250" b="1">
                <a:solidFill>
                  <a:srgbClr val="1D3B33"/>
                </a:solidFill>
                <a:latin typeface="Arial"/>
                <a:ea typeface="Arial"/>
                <a:cs typeface="Arial"/>
              </a:defRPr>
            </a:lvl8pPr>
            <a:lvl9pPr algn="l">
              <a:defRPr sz="2250" b="1">
                <a:solidFill>
                  <a:srgbClr val="1D3B33"/>
                </a:solidFill>
                <a:latin typeface="Arial"/>
                <a:ea typeface="Arial"/>
                <a:cs typeface="Arial"/>
              </a:defRPr>
            </a:lvl9pPr>
          </a:lstStyle>
          <a:p xmlns:a="http://schemas.openxmlformats.org/drawingml/2006/main">
            <a:pPr algn="l">
              <a:defRPr sz="2250" b="1">
                <a:solidFill>
                  <a:srgbClr val="1D3B33"/>
                </a:solidFill>
                <a:latin typeface="Arial"/>
                <a:ea typeface="Arial"/>
                <a:cs typeface="Arial"/>
              </a:defRPr>
            </a:pPr>
            <a:r>
              <a:rPr sz="2250" b="1">
                <a:solidFill>
                  <a:srgbClr val="1D3B33"/>
                </a:solidFill>
                <a:latin typeface="Arial"/>
                <a:ea typeface="Arial"/>
                <a:cs typeface="Arial"/>
              </a:rPr>
              <a:t>Pre-recorded video</a:t>
            </a:r>
          </a:p>
        </p:txBody>
      </p:sp>
      <p:sp>
        <p:nvSpPr>
          <p:cNvPr id="9" name="Reordered / missing steps">
            <a:extLst xmlns:a="http://schemas.openxmlformats.org/drawingml/2006/main">
              <a:ext uri="{FF2B5EF4-FFF2-40B4-BE49-F238E27FC236}">
                <a16:creationId xmlns:a16="http://schemas.microsoft.com/office/drawing/2014/main" id="{857596D2-68AF-40A9-92C7-7E25FDE0F285}"/>
              </a:ext>
            </a:extLst>
          </p:cNvPr>
          <p:cNvSpPr>
            <a:spLocks xmlns:a="http://schemas.openxmlformats.org/drawingml/2006/main" noGrp="1"/>
          </p:cNvSpPr>
          <p:nvPr/>
        </p:nvSpPr>
        <p:spPr>
          <a:xfrm xmlns:a="http://schemas.openxmlformats.org/drawingml/2006/main">
            <a:off x="7943850" y="3924300"/>
            <a:ext cx="3619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D3B33"/>
                </a:solidFill>
                <a:latin typeface="Arial"/>
                <a:ea typeface="Arial"/>
                <a:cs typeface="Arial"/>
              </a:defRPr>
            </a:defPPr>
            <a:lvl1pPr algn="l">
              <a:defRPr sz="2025" b="0">
                <a:solidFill>
                  <a:srgbClr val="1D3B33"/>
                </a:solidFill>
                <a:latin typeface="Arial"/>
                <a:ea typeface="Arial"/>
                <a:cs typeface="Arial"/>
              </a:defRPr>
            </a:lvl1pPr>
            <a:lvl2pPr algn="l">
              <a:defRPr sz="2025" b="0">
                <a:solidFill>
                  <a:srgbClr val="1D3B33"/>
                </a:solidFill>
                <a:latin typeface="Arial"/>
                <a:ea typeface="Arial"/>
                <a:cs typeface="Arial"/>
              </a:defRPr>
            </a:lvl2pPr>
            <a:lvl3pPr algn="l">
              <a:defRPr sz="2025" b="0">
                <a:solidFill>
                  <a:srgbClr val="1D3B33"/>
                </a:solidFill>
                <a:latin typeface="Arial"/>
                <a:ea typeface="Arial"/>
                <a:cs typeface="Arial"/>
              </a:defRPr>
            </a:lvl3pPr>
            <a:lvl4pPr algn="l">
              <a:defRPr sz="2025" b="0">
                <a:solidFill>
                  <a:srgbClr val="1D3B33"/>
                </a:solidFill>
                <a:latin typeface="Arial"/>
                <a:ea typeface="Arial"/>
                <a:cs typeface="Arial"/>
              </a:defRPr>
            </a:lvl4pPr>
            <a:lvl5pPr algn="l">
              <a:defRPr sz="2025" b="0">
                <a:solidFill>
                  <a:srgbClr val="1D3B33"/>
                </a:solidFill>
                <a:latin typeface="Arial"/>
                <a:ea typeface="Arial"/>
                <a:cs typeface="Arial"/>
              </a:defRPr>
            </a:lvl5pPr>
            <a:lvl6pPr algn="l">
              <a:defRPr sz="2025" b="0">
                <a:solidFill>
                  <a:srgbClr val="1D3B33"/>
                </a:solidFill>
                <a:latin typeface="Arial"/>
                <a:ea typeface="Arial"/>
                <a:cs typeface="Arial"/>
              </a:defRPr>
            </a:lvl6pPr>
            <a:lvl7pPr algn="l">
              <a:defRPr sz="2025" b="0">
                <a:solidFill>
                  <a:srgbClr val="1D3B33"/>
                </a:solidFill>
                <a:latin typeface="Arial"/>
                <a:ea typeface="Arial"/>
                <a:cs typeface="Arial"/>
              </a:defRPr>
            </a:lvl7pPr>
            <a:lvl8pPr algn="l">
              <a:defRPr sz="2025" b="0">
                <a:solidFill>
                  <a:srgbClr val="1D3B33"/>
                </a:solidFill>
                <a:latin typeface="Arial"/>
                <a:ea typeface="Arial"/>
                <a:cs typeface="Arial"/>
              </a:defRPr>
            </a:lvl8pPr>
            <a:lvl9pPr algn="l">
              <a:defRPr sz="2025" b="0">
                <a:solidFill>
                  <a:srgbClr val="1D3B33"/>
                </a:solidFill>
                <a:latin typeface="Arial"/>
                <a:ea typeface="Arial"/>
                <a:cs typeface="Arial"/>
              </a:defRPr>
            </a:lvl9pPr>
          </a:lstStyle>
          <a:p xmlns:a="http://schemas.openxmlformats.org/drawingml/2006/main">
            <a:pPr algn="l">
              <a:defRPr sz="2025" b="0">
                <a:solidFill>
                  <a:srgbClr val="1D3B33"/>
                </a:solidFill>
                <a:latin typeface="Arial"/>
                <a:ea typeface="Arial"/>
                <a:cs typeface="Arial"/>
              </a:defRPr>
            </a:pPr>
            <a:r>
              <a:rPr sz="2025" b="0">
                <a:solidFill>
                  <a:srgbClr val="1D3B33"/>
                </a:solidFill>
                <a:latin typeface="Arial"/>
                <a:ea typeface="Arial"/>
                <a:cs typeface="Arial"/>
              </a:rPr>
              <a:t/>
            </a:r>
          </a:p>
        </p:txBody>
      </p:sp>
      <p:sp>
        <p:nvSpPr>
          <p:cNvPr id="10" name="Short washing session">
            <a:extLst xmlns:a="http://schemas.openxmlformats.org/drawingml/2006/main">
              <a:ext uri="{FF2B5EF4-FFF2-40B4-BE49-F238E27FC236}">
                <a16:creationId xmlns:a16="http://schemas.microsoft.com/office/drawing/2014/main" id="{BA0E86A0-BBD1-4AEA-80C3-CC4951CDD5D3}"/>
              </a:ext>
            </a:extLst>
          </p:cNvPr>
          <p:cNvSpPr>
            <a:spLocks xmlns:a="http://schemas.openxmlformats.org/drawingml/2006/main" noGrp="1"/>
          </p:cNvSpPr>
          <p:nvPr/>
        </p:nvSpPr>
        <p:spPr>
          <a:xfrm xmlns:a="http://schemas.openxmlformats.org/drawingml/2006/main">
            <a:off x="7943850" y="4848225"/>
            <a:ext cx="3619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D3B33"/>
                </a:solidFill>
                <a:latin typeface="Arial"/>
                <a:ea typeface="Arial"/>
                <a:cs typeface="Arial"/>
              </a:defRPr>
            </a:defPPr>
            <a:lvl1pPr algn="l">
              <a:defRPr sz="2025" b="0">
                <a:solidFill>
                  <a:srgbClr val="1D3B33"/>
                </a:solidFill>
                <a:latin typeface="Arial"/>
                <a:ea typeface="Arial"/>
                <a:cs typeface="Arial"/>
              </a:defRPr>
            </a:lvl1pPr>
            <a:lvl2pPr algn="l">
              <a:defRPr sz="2025" b="0">
                <a:solidFill>
                  <a:srgbClr val="1D3B33"/>
                </a:solidFill>
                <a:latin typeface="Arial"/>
                <a:ea typeface="Arial"/>
                <a:cs typeface="Arial"/>
              </a:defRPr>
            </a:lvl2pPr>
            <a:lvl3pPr algn="l">
              <a:defRPr sz="2025" b="0">
                <a:solidFill>
                  <a:srgbClr val="1D3B33"/>
                </a:solidFill>
                <a:latin typeface="Arial"/>
                <a:ea typeface="Arial"/>
                <a:cs typeface="Arial"/>
              </a:defRPr>
            </a:lvl3pPr>
            <a:lvl4pPr algn="l">
              <a:defRPr sz="2025" b="0">
                <a:solidFill>
                  <a:srgbClr val="1D3B33"/>
                </a:solidFill>
                <a:latin typeface="Arial"/>
                <a:ea typeface="Arial"/>
                <a:cs typeface="Arial"/>
              </a:defRPr>
            </a:lvl4pPr>
            <a:lvl5pPr algn="l">
              <a:defRPr sz="2025" b="0">
                <a:solidFill>
                  <a:srgbClr val="1D3B33"/>
                </a:solidFill>
                <a:latin typeface="Arial"/>
                <a:ea typeface="Arial"/>
                <a:cs typeface="Arial"/>
              </a:defRPr>
            </a:lvl5pPr>
            <a:lvl6pPr algn="l">
              <a:defRPr sz="2025" b="0">
                <a:solidFill>
                  <a:srgbClr val="1D3B33"/>
                </a:solidFill>
                <a:latin typeface="Arial"/>
                <a:ea typeface="Arial"/>
                <a:cs typeface="Arial"/>
              </a:defRPr>
            </a:lvl6pPr>
            <a:lvl7pPr algn="l">
              <a:defRPr sz="2025" b="0">
                <a:solidFill>
                  <a:srgbClr val="1D3B33"/>
                </a:solidFill>
                <a:latin typeface="Arial"/>
                <a:ea typeface="Arial"/>
                <a:cs typeface="Arial"/>
              </a:defRPr>
            </a:lvl7pPr>
            <a:lvl8pPr algn="l">
              <a:defRPr sz="2025" b="0">
                <a:solidFill>
                  <a:srgbClr val="1D3B33"/>
                </a:solidFill>
                <a:latin typeface="Arial"/>
                <a:ea typeface="Arial"/>
                <a:cs typeface="Arial"/>
              </a:defRPr>
            </a:lvl8pPr>
            <a:lvl9pPr algn="l">
              <a:defRPr sz="2025" b="0">
                <a:solidFill>
                  <a:srgbClr val="1D3B33"/>
                </a:solidFill>
                <a:latin typeface="Arial"/>
                <a:ea typeface="Arial"/>
                <a:cs typeface="Arial"/>
              </a:defRPr>
            </a:lvl9pPr>
          </a:lstStyle>
          <a:p xmlns:a="http://schemas.openxmlformats.org/drawingml/2006/main">
            <a:pPr algn="l">
              <a:defRPr sz="2025" b="0">
                <a:solidFill>
                  <a:srgbClr val="1D3B33"/>
                </a:solidFill>
                <a:latin typeface="Arial"/>
                <a:ea typeface="Arial"/>
                <a:cs typeface="Arial"/>
              </a:defRPr>
            </a:pPr>
            <a:r>
              <a:rPr sz="2025" b="0">
                <a:solidFill>
                  <a:srgbClr val="1D3B33"/>
                </a:solidFill>
                <a:latin typeface="Arial"/>
                <a:ea typeface="Arial"/>
                <a:cs typeface="Arial"/>
              </a:rPr>
              <a:t/>
            </a:r>
          </a:p>
        </p:txBody>
      </p:sp>
    </p:spTree>
    <p:extLst>
      <p:ext uri="{BB962C8B-B14F-4D97-AF65-F5344CB8AC3E}">
        <p14:creationId xmlns:p14="http://schemas.microsoft.com/office/powerpoint/2010/main" val="444278384"/>
      </p:ext>
    </p:extLst>
  </p:cSld>
</p:sld>
</file>

<file path=ppt/slides/slide8.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2" name="Recognition and boundary results">
            <a:extLst xmlns:a="http://schemas.openxmlformats.org/drawingml/2006/main">
              <a:ext uri="{FF2B5EF4-FFF2-40B4-BE49-F238E27FC236}">
                <a16:creationId xmlns:a16="http://schemas.microsoft.com/office/drawing/2014/main" id="{76BD7B58-6E0C-403B-A351-0805B8FCADF2}"/>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D3B33"/>
                </a:solidFill>
                <a:latin typeface="Arial"/>
                <a:ea typeface="Arial"/>
                <a:cs typeface="Arial"/>
              </a:defRPr>
            </a:defPPr>
            <a:lvl1pPr algn="l">
              <a:defRPr sz="3300" b="1">
                <a:solidFill>
                  <a:srgbClr val="1D3B33"/>
                </a:solidFill>
                <a:latin typeface="Arial"/>
                <a:ea typeface="Arial"/>
                <a:cs typeface="Arial"/>
              </a:defRPr>
            </a:lvl1pPr>
            <a:lvl2pPr algn="l">
              <a:defRPr sz="3300" b="1">
                <a:solidFill>
                  <a:srgbClr val="1D3B33"/>
                </a:solidFill>
                <a:latin typeface="Arial"/>
                <a:ea typeface="Arial"/>
                <a:cs typeface="Arial"/>
              </a:defRPr>
            </a:lvl2pPr>
            <a:lvl3pPr algn="l">
              <a:defRPr sz="3300" b="1">
                <a:solidFill>
                  <a:srgbClr val="1D3B33"/>
                </a:solidFill>
                <a:latin typeface="Arial"/>
                <a:ea typeface="Arial"/>
                <a:cs typeface="Arial"/>
              </a:defRPr>
            </a:lvl3pPr>
            <a:lvl4pPr algn="l">
              <a:defRPr sz="3300" b="1">
                <a:solidFill>
                  <a:srgbClr val="1D3B33"/>
                </a:solidFill>
                <a:latin typeface="Arial"/>
                <a:ea typeface="Arial"/>
                <a:cs typeface="Arial"/>
              </a:defRPr>
            </a:lvl4pPr>
            <a:lvl5pPr algn="l">
              <a:defRPr sz="3300" b="1">
                <a:solidFill>
                  <a:srgbClr val="1D3B33"/>
                </a:solidFill>
                <a:latin typeface="Arial"/>
                <a:ea typeface="Arial"/>
                <a:cs typeface="Arial"/>
              </a:defRPr>
            </a:lvl5pPr>
            <a:lvl6pPr algn="l">
              <a:defRPr sz="3300" b="1">
                <a:solidFill>
                  <a:srgbClr val="1D3B33"/>
                </a:solidFill>
                <a:latin typeface="Arial"/>
                <a:ea typeface="Arial"/>
                <a:cs typeface="Arial"/>
              </a:defRPr>
            </a:lvl6pPr>
            <a:lvl7pPr algn="l">
              <a:defRPr sz="3300" b="1">
                <a:solidFill>
                  <a:srgbClr val="1D3B33"/>
                </a:solidFill>
                <a:latin typeface="Arial"/>
                <a:ea typeface="Arial"/>
                <a:cs typeface="Arial"/>
              </a:defRPr>
            </a:lvl7pPr>
            <a:lvl8pPr algn="l">
              <a:defRPr sz="3300" b="1">
                <a:solidFill>
                  <a:srgbClr val="1D3B33"/>
                </a:solidFill>
                <a:latin typeface="Arial"/>
                <a:ea typeface="Arial"/>
                <a:cs typeface="Arial"/>
              </a:defRPr>
            </a:lvl8pPr>
            <a:lvl9pPr algn="l">
              <a:defRPr sz="3300" b="1">
                <a:solidFill>
                  <a:srgbClr val="1D3B33"/>
                </a:solidFill>
                <a:latin typeface="Arial"/>
                <a:ea typeface="Arial"/>
                <a:cs typeface="Arial"/>
              </a:defRPr>
            </a:lvl9pPr>
          </a:lstStyle>
          <a:p xmlns:a="http://schemas.openxmlformats.org/drawingml/2006/main">
            <a:pPr algn="l">
              <a:defRPr sz="3300" b="1">
                <a:solidFill>
                  <a:srgbClr val="1D3B33"/>
                </a:solidFill>
                <a:latin typeface="Arial"/>
                <a:ea typeface="Arial"/>
                <a:cs typeface="Arial"/>
              </a:defRPr>
            </a:pPr>
            <a:r>
              <a:rPr sz="3300" b="1">
                <a:solidFill>
                  <a:srgbClr val="1D3B33"/>
                </a:solidFill>
                <a:latin typeface="Arial"/>
                <a:ea typeface="Arial"/>
                <a:cs typeface="Arial"/>
              </a:rPr>
              <a:t>Recognition and boundary results</a:t>
            </a:r>
          </a:p>
        </p:txBody>
      </p:sp>
      <p:sp>
        <p:nvSpPr>
          <p:cNvPr id="3" name="632 aligned valid centers from 10 videos">
            <a:extLst xmlns:a="http://schemas.openxmlformats.org/drawingml/2006/main">
              <a:ext uri="{FF2B5EF4-FFF2-40B4-BE49-F238E27FC236}">
                <a16:creationId xmlns:a16="http://schemas.microsoft.com/office/drawing/2014/main" id="{BCDB4F42-B7FC-4621-8637-75BCE4CD1296}"/>
              </a:ext>
            </a:extLst>
          </p:cNvPr>
          <p:cNvSpPr>
            <a:spLocks xmlns:a="http://schemas.openxmlformats.org/drawingml/2006/main" noGrp="1"/>
          </p:cNvSpPr>
          <p:nvPr/>
        </p:nvSpPr>
        <p:spPr>
          <a:xfrm xmlns:a="http://schemas.openxmlformats.org/drawingml/2006/main">
            <a:off x="609600" y="11525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796E"/>
                </a:solidFill>
                <a:latin typeface="Arial"/>
                <a:ea typeface="Arial"/>
                <a:cs typeface="Arial"/>
              </a:defRPr>
            </a:defPPr>
            <a:lvl1pPr algn="l">
              <a:defRPr sz="1800" b="0">
                <a:solidFill>
                  <a:srgbClr val="63796E"/>
                </a:solidFill>
                <a:latin typeface="Arial"/>
                <a:ea typeface="Arial"/>
                <a:cs typeface="Arial"/>
              </a:defRPr>
            </a:lvl1pPr>
            <a:lvl2pPr algn="l">
              <a:defRPr sz="1800" b="0">
                <a:solidFill>
                  <a:srgbClr val="63796E"/>
                </a:solidFill>
                <a:latin typeface="Arial"/>
                <a:ea typeface="Arial"/>
                <a:cs typeface="Arial"/>
              </a:defRPr>
            </a:lvl2pPr>
            <a:lvl3pPr algn="l">
              <a:defRPr sz="1800" b="0">
                <a:solidFill>
                  <a:srgbClr val="63796E"/>
                </a:solidFill>
                <a:latin typeface="Arial"/>
                <a:ea typeface="Arial"/>
                <a:cs typeface="Arial"/>
              </a:defRPr>
            </a:lvl3pPr>
            <a:lvl4pPr algn="l">
              <a:defRPr sz="1800" b="0">
                <a:solidFill>
                  <a:srgbClr val="63796E"/>
                </a:solidFill>
                <a:latin typeface="Arial"/>
                <a:ea typeface="Arial"/>
                <a:cs typeface="Arial"/>
              </a:defRPr>
            </a:lvl4pPr>
            <a:lvl5pPr algn="l">
              <a:defRPr sz="1800" b="0">
                <a:solidFill>
                  <a:srgbClr val="63796E"/>
                </a:solidFill>
                <a:latin typeface="Arial"/>
                <a:ea typeface="Arial"/>
                <a:cs typeface="Arial"/>
              </a:defRPr>
            </a:lvl5pPr>
            <a:lvl6pPr algn="l">
              <a:defRPr sz="1800" b="0">
                <a:solidFill>
                  <a:srgbClr val="63796E"/>
                </a:solidFill>
                <a:latin typeface="Arial"/>
                <a:ea typeface="Arial"/>
                <a:cs typeface="Arial"/>
              </a:defRPr>
            </a:lvl6pPr>
            <a:lvl7pPr algn="l">
              <a:defRPr sz="1800" b="0">
                <a:solidFill>
                  <a:srgbClr val="63796E"/>
                </a:solidFill>
                <a:latin typeface="Arial"/>
                <a:ea typeface="Arial"/>
                <a:cs typeface="Arial"/>
              </a:defRPr>
            </a:lvl7pPr>
            <a:lvl8pPr algn="l">
              <a:defRPr sz="1800" b="0">
                <a:solidFill>
                  <a:srgbClr val="63796E"/>
                </a:solidFill>
                <a:latin typeface="Arial"/>
                <a:ea typeface="Arial"/>
                <a:cs typeface="Arial"/>
              </a:defRPr>
            </a:lvl8pPr>
            <a:lvl9pPr algn="l">
              <a:defRPr sz="1800" b="0">
                <a:solidFill>
                  <a:srgbClr val="63796E"/>
                </a:solidFill>
                <a:latin typeface="Arial"/>
                <a:ea typeface="Arial"/>
                <a:cs typeface="Arial"/>
              </a:defRPr>
            </a:lvl9pPr>
          </a:lstStyle>
          <a:p xmlns:a="http://schemas.openxmlformats.org/drawingml/2006/main">
            <a:pPr algn="l">
              <a:defRPr sz="1800" b="0">
                <a:solidFill>
                  <a:srgbClr val="63796E"/>
                </a:solidFill>
                <a:latin typeface="Arial"/>
                <a:ea typeface="Arial"/>
                <a:cs typeface="Arial"/>
              </a:defRPr>
            </a:pPr>
            <a:r>
              <a:rPr sz="1800" b="0">
                <a:solidFill>
                  <a:srgbClr val="63796E"/>
                </a:solidFill>
                <a:latin typeface="Arial"/>
                <a:ea typeface="Arial"/>
                <a:cs typeface="Arial"/>
              </a:rPr>
              <a:t>632 aligned valid centers from 10 videos</a:t>
            </a:r>
          </a:p>
        </p:txBody>
      </p:sp>
      <p:sp>
        <p:nvSpPr>
          <p:cNvPr id="4" name="GROUP 43  /  FINAL PROJECT">
            <a:extLst xmlns:a="http://schemas.openxmlformats.org/drawingml/2006/main">
              <a:ext uri="{FF2B5EF4-FFF2-40B4-BE49-F238E27FC236}">
                <a16:creationId xmlns:a16="http://schemas.microsoft.com/office/drawing/2014/main" id="{32138BA6-EB68-4EF7-ACCE-8CF86F702C2A}"/>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796E"/>
                </a:solidFill>
                <a:latin typeface="Arial"/>
                <a:ea typeface="Arial"/>
                <a:cs typeface="Arial"/>
              </a:defRPr>
            </a:defPPr>
            <a:lvl1pPr algn="l">
              <a:defRPr sz="1200" b="0">
                <a:solidFill>
                  <a:srgbClr val="63796E"/>
                </a:solidFill>
                <a:latin typeface="Arial"/>
                <a:ea typeface="Arial"/>
                <a:cs typeface="Arial"/>
              </a:defRPr>
            </a:lvl1pPr>
            <a:lvl2pPr algn="l">
              <a:defRPr sz="1200" b="0">
                <a:solidFill>
                  <a:srgbClr val="63796E"/>
                </a:solidFill>
                <a:latin typeface="Arial"/>
                <a:ea typeface="Arial"/>
                <a:cs typeface="Arial"/>
              </a:defRPr>
            </a:lvl2pPr>
            <a:lvl3pPr algn="l">
              <a:defRPr sz="1200" b="0">
                <a:solidFill>
                  <a:srgbClr val="63796E"/>
                </a:solidFill>
                <a:latin typeface="Arial"/>
                <a:ea typeface="Arial"/>
                <a:cs typeface="Arial"/>
              </a:defRPr>
            </a:lvl3pPr>
            <a:lvl4pPr algn="l">
              <a:defRPr sz="1200" b="0">
                <a:solidFill>
                  <a:srgbClr val="63796E"/>
                </a:solidFill>
                <a:latin typeface="Arial"/>
                <a:ea typeface="Arial"/>
                <a:cs typeface="Arial"/>
              </a:defRPr>
            </a:lvl4pPr>
            <a:lvl5pPr algn="l">
              <a:defRPr sz="1200" b="0">
                <a:solidFill>
                  <a:srgbClr val="63796E"/>
                </a:solidFill>
                <a:latin typeface="Arial"/>
                <a:ea typeface="Arial"/>
                <a:cs typeface="Arial"/>
              </a:defRPr>
            </a:lvl5pPr>
            <a:lvl6pPr algn="l">
              <a:defRPr sz="1200" b="0">
                <a:solidFill>
                  <a:srgbClr val="63796E"/>
                </a:solidFill>
                <a:latin typeface="Arial"/>
                <a:ea typeface="Arial"/>
                <a:cs typeface="Arial"/>
              </a:defRPr>
            </a:lvl6pPr>
            <a:lvl7pPr algn="l">
              <a:defRPr sz="1200" b="0">
                <a:solidFill>
                  <a:srgbClr val="63796E"/>
                </a:solidFill>
                <a:latin typeface="Arial"/>
                <a:ea typeface="Arial"/>
                <a:cs typeface="Arial"/>
              </a:defRPr>
            </a:lvl7pPr>
            <a:lvl8pPr algn="l">
              <a:defRPr sz="1200" b="0">
                <a:solidFill>
                  <a:srgbClr val="63796E"/>
                </a:solidFill>
                <a:latin typeface="Arial"/>
                <a:ea typeface="Arial"/>
                <a:cs typeface="Arial"/>
              </a:defRPr>
            </a:lvl8pPr>
            <a:lvl9pPr algn="l">
              <a:defRPr sz="1200" b="0">
                <a:solidFill>
                  <a:srgbClr val="63796E"/>
                </a:solidFill>
                <a:latin typeface="Arial"/>
                <a:ea typeface="Arial"/>
                <a:cs typeface="Arial"/>
              </a:defRPr>
            </a:lvl9pPr>
          </a:lstStyle>
          <a:p xmlns:a="http://schemas.openxmlformats.org/drawingml/2006/main">
            <a:pPr algn="l">
              <a:defRPr sz="1200" b="0">
                <a:solidFill>
                  <a:srgbClr val="63796E"/>
                </a:solidFill>
                <a:latin typeface="Arial"/>
                <a:ea typeface="Arial"/>
                <a:cs typeface="Arial"/>
              </a:defRPr>
            </a:pPr>
            <a:r>
              <a:rPr sz="1200" b="0">
                <a:solidFill>
                  <a:srgbClr val="63796E"/>
                </a:solidFill>
                <a:latin typeface="Arial"/>
                <a:ea typeface="Arial"/>
                <a:cs typeface="Arial"/>
              </a:rPr>
              <a:t>GROUP 43  /  FINAL PROJECT</a:t>
            </a:r>
          </a:p>
        </p:txBody>
      </p:sp>
      <p:sp>
        <p:nvSpPr>
          <p:cNvPr id="5" name="08">
            <a:extLst xmlns:a="http://schemas.openxmlformats.org/drawingml/2006/main">
              <a:ext uri="{FF2B5EF4-FFF2-40B4-BE49-F238E27FC236}">
                <a16:creationId xmlns:a16="http://schemas.microsoft.com/office/drawing/2014/main" id="{DDC0FD0E-8296-45BF-A953-0C508B42C54F}"/>
              </a:ext>
            </a:extLst>
          </p:cNvPr>
          <p:cNvSpPr>
            <a:spLocks xmlns:a="http://schemas.openxmlformats.org/drawingml/2006/main" noGrp="1"/>
          </p:cNvSpPr>
          <p:nvPr/>
        </p:nvSpPr>
        <p:spPr>
          <a:xfrm xmlns:a="http://schemas.openxmlformats.org/drawingml/2006/main">
            <a:off x="11049000" y="63722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63796E"/>
                </a:solidFill>
                <a:latin typeface="Arial"/>
                <a:ea typeface="Arial"/>
                <a:cs typeface="Arial"/>
              </a:defRPr>
            </a:defPPr>
            <a:lvl1pPr algn="r">
              <a:defRPr sz="1500" b="0">
                <a:solidFill>
                  <a:srgbClr val="63796E"/>
                </a:solidFill>
                <a:latin typeface="Arial"/>
                <a:ea typeface="Arial"/>
                <a:cs typeface="Arial"/>
              </a:defRPr>
            </a:lvl1pPr>
            <a:lvl2pPr algn="r">
              <a:defRPr sz="1500" b="0">
                <a:solidFill>
                  <a:srgbClr val="63796E"/>
                </a:solidFill>
                <a:latin typeface="Arial"/>
                <a:ea typeface="Arial"/>
                <a:cs typeface="Arial"/>
              </a:defRPr>
            </a:lvl2pPr>
            <a:lvl3pPr algn="r">
              <a:defRPr sz="1500" b="0">
                <a:solidFill>
                  <a:srgbClr val="63796E"/>
                </a:solidFill>
                <a:latin typeface="Arial"/>
                <a:ea typeface="Arial"/>
                <a:cs typeface="Arial"/>
              </a:defRPr>
            </a:lvl3pPr>
            <a:lvl4pPr algn="r">
              <a:defRPr sz="1500" b="0">
                <a:solidFill>
                  <a:srgbClr val="63796E"/>
                </a:solidFill>
                <a:latin typeface="Arial"/>
                <a:ea typeface="Arial"/>
                <a:cs typeface="Arial"/>
              </a:defRPr>
            </a:lvl4pPr>
            <a:lvl5pPr algn="r">
              <a:defRPr sz="1500" b="0">
                <a:solidFill>
                  <a:srgbClr val="63796E"/>
                </a:solidFill>
                <a:latin typeface="Arial"/>
                <a:ea typeface="Arial"/>
                <a:cs typeface="Arial"/>
              </a:defRPr>
            </a:lvl5pPr>
            <a:lvl6pPr algn="r">
              <a:defRPr sz="1500" b="0">
                <a:solidFill>
                  <a:srgbClr val="63796E"/>
                </a:solidFill>
                <a:latin typeface="Arial"/>
                <a:ea typeface="Arial"/>
                <a:cs typeface="Arial"/>
              </a:defRPr>
            </a:lvl6pPr>
            <a:lvl7pPr algn="r">
              <a:defRPr sz="1500" b="0">
                <a:solidFill>
                  <a:srgbClr val="63796E"/>
                </a:solidFill>
                <a:latin typeface="Arial"/>
                <a:ea typeface="Arial"/>
                <a:cs typeface="Arial"/>
              </a:defRPr>
            </a:lvl7pPr>
            <a:lvl8pPr algn="r">
              <a:defRPr sz="1500" b="0">
                <a:solidFill>
                  <a:srgbClr val="63796E"/>
                </a:solidFill>
                <a:latin typeface="Arial"/>
                <a:ea typeface="Arial"/>
                <a:cs typeface="Arial"/>
              </a:defRPr>
            </a:lvl8pPr>
            <a:lvl9pPr algn="r">
              <a:defRPr sz="1500" b="0">
                <a:solidFill>
                  <a:srgbClr val="63796E"/>
                </a:solidFill>
                <a:latin typeface="Arial"/>
                <a:ea typeface="Arial"/>
                <a:cs typeface="Arial"/>
              </a:defRPr>
            </a:lvl9pPr>
          </a:lstStyle>
          <a:p xmlns:a="http://schemas.openxmlformats.org/drawingml/2006/main">
            <a:pPr algn="r">
              <a:defRPr sz="1500" b="0">
                <a:solidFill>
                  <a:srgbClr val="63796E"/>
                </a:solidFill>
                <a:latin typeface="Arial"/>
                <a:ea typeface="Arial"/>
                <a:cs typeface="Arial"/>
              </a:defRPr>
            </a:pPr>
            <a:r>
              <a:rPr sz="1500" b="0">
                <a:solidFill>
                  <a:srgbClr val="63796E"/>
                </a:solidFill>
                <a:latin typeface="Arial"/>
                <a:ea typeface="Arial"/>
                <a:cs typeface="Arial"/>
              </a:rPr>
              <a:t>08</a:t>
            </a:r>
          </a:p>
        </p:txBody>
      </p:sp>
      <p:graphicFrame>
        <p:nvGraphicFramePr>
          <p:cNvPr id="6" name="">
            <a:extLst xmlns:a="http://schemas.openxmlformats.org/drawingml/2006/main">
              <a:ext uri="{FF2B5EF4-FFF2-40B4-BE49-F238E27FC236}">
                <a16:creationId xmlns:a16="http://schemas.microsoft.com/office/drawing/2014/main" id="{57D9DB66-8C29-4E8B-BC1D-04E2A1953664}"/>
              </a:ext>
            </a:extLst>
          </p:cNvPr>
          <p:cNvGraphicFramePr/>
          <p:nvPr/>
        </p:nvGraphicFramePr>
        <p:xfrm>
          <a:off xmlns:a="http://schemas.openxmlformats.org/drawingml/2006/main" x="609600" y="1981200"/>
          <a:ext xmlns:a="http://schemas.openxmlformats.org/drawingml/2006/main" cx="10972800" cy="2952750"/>
        </p:xfrm>
        <a:graphic xmlns:a="http://schemas.openxmlformats.org/drawingml/2006/main">
          <a:graphicData uri="http://schemas.openxmlformats.org/drawingml/2006/table">
            <a:tbl>
              <a:tblPr/>
              <a:tblGrid>
                <a:gridCol w="4000500"/>
                <a:gridCol w="2324100"/>
                <a:gridCol w="2324100"/>
                <a:gridCol w="2324100"/>
              </a:tblGrid>
              <a:tr h="590550">
                <a:tc>
                  <a:txBody>
                    <a:bodyPr lIns="114300" tIns="114300" rIns="114300" bIns="114300"/>
                    <a:lstStyle/>
                    <a:p>
                      <a:pPr algn="l"/>
                      <a:r>
                        <a:rPr sz="1725" b="1">
                          <a:solidFill>
                            <a:srgbClr val="FFFFFF"/>
                          </a:solidFill>
                          <a:latin typeface="Arial"/>
                          <a:ea typeface="Arial"/>
                          <a:cs typeface="Arial"/>
                        </a:rPr>
                        <a:t>Model</a:t>
                      </a:r>
                    </a:p>
                  </a:txBody>
                  <a:tcPr marL="133350" marR="133350" marT="95250" marB="95250" anchor="ctr">
                    <a:lnL w="0">
                      <a:solidFill>
                        <a:srgbClr val="F5F6F1"/>
                      </a:solidFill>
                    </a:lnL>
                    <a:lnR w="0">
                      <a:solidFill>
                        <a:srgbClr val="F5F6F1"/>
                      </a:solidFill>
                    </a:lnR>
                    <a:lnT w="0">
                      <a:solidFill>
                        <a:srgbClr val="F5F6F1"/>
                      </a:solidFill>
                    </a:lnT>
                    <a:lnB w="0">
                      <a:solidFill>
                        <a:srgbClr val="F5F6F1"/>
                      </a:solidFill>
                    </a:lnB>
                    <a:solidFill>
                      <a:srgbClr val="1D3B33"/>
                    </a:solidFill>
                  </a:tcPr>
                </a:tc>
                <a:tc>
                  <a:txBody>
                    <a:bodyPr lIns="114300" tIns="114300" rIns="114300" bIns="114300"/>
                    <a:lstStyle/>
                    <a:p>
                      <a:pPr algn="ctr"/>
                      <a:r>
                        <a:rPr sz="1725" b="1">
                          <a:solidFill>
                            <a:srgbClr val="FFFFFF"/>
                          </a:solidFill>
                          <a:latin typeface="Arial"/>
                          <a:ea typeface="Arial"/>
                          <a:cs typeface="Arial"/>
                        </a:rPr>
                        <a:t>Accuracy</a:t>
                      </a:r>
                    </a:p>
                  </a:txBody>
                  <a:tcPr marL="133350" marR="133350" marT="95250" marB="95250" anchor="ctr">
                    <a:lnR w="0">
                      <a:solidFill>
                        <a:srgbClr val="F5F6F1"/>
                      </a:solidFill>
                    </a:lnR>
                    <a:lnT w="0">
                      <a:solidFill>
                        <a:srgbClr val="F5F6F1"/>
                      </a:solidFill>
                    </a:lnT>
                    <a:lnB w="0">
                      <a:solidFill>
                        <a:srgbClr val="F5F6F1"/>
                      </a:solidFill>
                    </a:lnB>
                    <a:solidFill>
                      <a:srgbClr val="1D3B33"/>
                    </a:solidFill>
                  </a:tcPr>
                </a:tc>
                <a:tc>
                  <a:txBody>
                    <a:bodyPr lIns="114300" tIns="114300" rIns="114300" bIns="114300"/>
                    <a:lstStyle/>
                    <a:p>
                      <a:pPr algn="ctr"/>
                      <a:r>
                        <a:rPr sz="1725" b="1">
                          <a:solidFill>
                            <a:srgbClr val="FFFFFF"/>
                          </a:solidFill>
                          <a:latin typeface="Arial"/>
                          <a:ea typeface="Arial"/>
                          <a:cs typeface="Arial"/>
                        </a:rPr>
                        <a:t>Macro F1</a:t>
                      </a:r>
                    </a:p>
                  </a:txBody>
                  <a:tcPr marL="133350" marR="133350" marT="95250" marB="95250" anchor="ctr">
                    <a:lnR w="0">
                      <a:solidFill>
                        <a:srgbClr val="F5F6F1"/>
                      </a:solidFill>
                    </a:lnR>
                    <a:lnT w="0">
                      <a:solidFill>
                        <a:srgbClr val="F5F6F1"/>
                      </a:solidFill>
                    </a:lnT>
                    <a:lnB w="0">
                      <a:solidFill>
                        <a:srgbClr val="F5F6F1"/>
                      </a:solidFill>
                    </a:lnB>
                    <a:solidFill>
                      <a:srgbClr val="1D3B33"/>
                    </a:solidFill>
                  </a:tcPr>
                </a:tc>
                <a:tc>
                  <a:txBody>
                    <a:bodyPr lIns="114300" tIns="114300" rIns="114300" bIns="114300"/>
                    <a:lstStyle/>
                    <a:p>
                      <a:pPr algn="ctr"/>
                      <a:r>
                        <a:rPr sz="1725" b="1">
                          <a:solidFill>
                            <a:srgbClr val="FFFFFF"/>
                          </a:solidFill>
                          <a:latin typeface="Arial"/>
                          <a:ea typeface="Arial"/>
                          <a:cs typeface="Arial"/>
                        </a:rPr>
                        <a:t>Boundary F1</a:t>
                      </a:r>
                    </a:p>
                  </a:txBody>
                  <a:tcPr marL="133350" marR="133350" marT="95250" marB="95250" anchor="ctr">
                    <a:lnR w="0">
                      <a:solidFill>
                        <a:srgbClr val="F5F6F1"/>
                      </a:solidFill>
                    </a:lnR>
                    <a:lnT w="0">
                      <a:solidFill>
                        <a:srgbClr val="F5F6F1"/>
                      </a:solidFill>
                    </a:lnT>
                    <a:lnB w="0">
                      <a:solidFill>
                        <a:srgbClr val="F5F6F1"/>
                      </a:solidFill>
                    </a:lnB>
                    <a:solidFill>
                      <a:srgbClr val="1D3B33"/>
                    </a:solidFill>
                  </a:tcPr>
                </a:tc>
              </a:tr>
              <a:tr h="590550">
                <a:tc>
                  <a:txBody>
                    <a:bodyPr lIns="114300" tIns="114300" rIns="114300" bIns="114300"/>
                    <a:lstStyle/>
                    <a:p>
                      <a:pPr algn="l"/>
                      <a:r>
                        <a:rPr sz="1875" b="0">
                          <a:solidFill>
                            <a:srgbClr val="1D3B33"/>
                          </a:solidFill>
                          <a:latin typeface="Arial"/>
                          <a:ea typeface="Arial"/>
                          <a:cs typeface="Arial"/>
                        </a:rPr>
                        <a:t>YOLO</a:t>
                      </a:r>
                    </a:p>
                  </a:txBody>
                  <a:tcPr marL="133350" marR="133350" marT="95250" marB="95250" anchor="ctr">
                    <a:lnL w="0">
                      <a:solidFill>
                        <a:srgbClr val="F5F6F1"/>
                      </a:solidFill>
                    </a:lnL>
                    <a:lnR w="0">
                      <a:solidFill>
                        <a:srgbClr val="F5F6F1"/>
                      </a:solidFill>
                    </a:lnR>
                    <a:lnB w="0">
                      <a:solidFill>
                        <a:srgbClr val="F5F6F1"/>
                      </a:solidFill>
                    </a:lnB>
                    <a:solidFill>
                      <a:srgbClr val="FFFFFF"/>
                    </a:solidFill>
                  </a:tcPr>
                </a:tc>
                <a:tc>
                  <a:txBody>
                    <a:bodyPr lIns="114300" tIns="114300" rIns="114300" bIns="114300"/>
                    <a:lstStyle/>
                    <a:p>
                      <a:pPr algn="ctr"/>
                      <a:r>
                        <a:rPr sz="1875" b="0">
                          <a:solidFill>
                            <a:srgbClr val="1D3B33"/>
                          </a:solidFill>
                          <a:latin typeface="Arial"/>
                          <a:ea typeface="Arial"/>
                          <a:cs typeface="Arial"/>
                        </a:rPr>
                        <a:t>95.25%</a:t>
                      </a:r>
                    </a:p>
                  </a:txBody>
                  <a:tcPr marL="133350" marR="133350" marT="95250" marB="95250" anchor="ctr">
                    <a:lnR w="0">
                      <a:solidFill>
                        <a:srgbClr val="F5F6F1"/>
                      </a:solidFill>
                    </a:lnR>
                    <a:lnB w="0">
                      <a:solidFill>
                        <a:srgbClr val="F5F6F1"/>
                      </a:solidFill>
                    </a:lnB>
                    <a:solidFill>
                      <a:srgbClr val="FFFFFF"/>
                    </a:solidFill>
                  </a:tcPr>
                </a:tc>
                <a:tc>
                  <a:txBody>
                    <a:bodyPr lIns="114300" tIns="114300" rIns="114300" bIns="114300"/>
                    <a:lstStyle/>
                    <a:p>
                      <a:pPr algn="ctr"/>
                      <a:r>
                        <a:rPr sz="1875" b="0">
                          <a:solidFill>
                            <a:srgbClr val="1D3B33"/>
                          </a:solidFill>
                          <a:latin typeface="Arial"/>
                          <a:ea typeface="Arial"/>
                          <a:cs typeface="Arial"/>
                        </a:rPr>
                        <a:t>93.84%</a:t>
                      </a:r>
                    </a:p>
                  </a:txBody>
                  <a:tcPr marL="133350" marR="133350" marT="95250" marB="95250" anchor="ctr">
                    <a:lnR w="0">
                      <a:solidFill>
                        <a:srgbClr val="F5F6F1"/>
                      </a:solidFill>
                    </a:lnR>
                    <a:lnB w="0">
                      <a:solidFill>
                        <a:srgbClr val="F5F6F1"/>
                      </a:solidFill>
                    </a:lnB>
                    <a:solidFill>
                      <a:srgbClr val="FFFFFF"/>
                    </a:solidFill>
                  </a:tcPr>
                </a:tc>
                <a:tc>
                  <a:txBody>
                    <a:bodyPr lIns="114300" tIns="114300" rIns="114300" bIns="114300"/>
                    <a:lstStyle/>
                    <a:p>
                      <a:pPr algn="ctr"/>
                      <a:r>
                        <a:rPr sz="1875" b="0">
                          <a:solidFill>
                            <a:srgbClr val="1D3B33"/>
                          </a:solidFill>
                          <a:latin typeface="Arial"/>
                          <a:ea typeface="Arial"/>
                          <a:cs typeface="Arial"/>
                        </a:rPr>
                        <a:t>76.92%</a:t>
                      </a:r>
                    </a:p>
                  </a:txBody>
                  <a:tcPr marL="133350" marR="133350" marT="95250" marB="95250" anchor="ctr">
                    <a:lnR w="0">
                      <a:solidFill>
                        <a:srgbClr val="F5F6F1"/>
                      </a:solidFill>
                    </a:lnR>
                    <a:lnB w="0">
                      <a:solidFill>
                        <a:srgbClr val="F5F6F1"/>
                      </a:solidFill>
                    </a:lnB>
                    <a:solidFill>
                      <a:srgbClr val="FFFFFF"/>
                    </a:solidFill>
                  </a:tcPr>
                </a:tc>
              </a:tr>
              <a:tr h="590550">
                <a:tc>
                  <a:txBody>
                    <a:bodyPr lIns="114300" tIns="114300" rIns="114300" bIns="114300"/>
                    <a:lstStyle/>
                    <a:p>
                      <a:pPr algn="l"/>
                      <a:r>
                        <a:rPr sz="1875" b="0">
                          <a:solidFill>
                            <a:srgbClr val="1D3B33"/>
                          </a:solidFill>
                          <a:latin typeface="Arial"/>
                          <a:ea typeface="Arial"/>
                          <a:cs typeface="Arial"/>
                        </a:rPr>
                        <a:t>YOLO + GRU</a:t>
                      </a:r>
                    </a:p>
                  </a:txBody>
                  <a:tcPr marL="133350" marR="133350" marT="95250" marB="95250" anchor="ctr">
                    <a:lnL w="0">
                      <a:solidFill>
                        <a:srgbClr val="F5F6F1"/>
                      </a:solidFill>
                    </a:lnL>
                    <a:lnR w="0">
                      <a:solidFill>
                        <a:srgbClr val="F5F6F1"/>
                      </a:solidFill>
                    </a:lnR>
                    <a:lnB w="0">
                      <a:solidFill>
                        <a:srgbClr val="F5F6F1"/>
                      </a:solidFill>
                    </a:lnB>
                    <a:solidFill>
                      <a:srgbClr val="DFE8DE"/>
                    </a:solidFill>
                  </a:tcPr>
                </a:tc>
                <a:tc>
                  <a:txBody>
                    <a:bodyPr lIns="114300" tIns="114300" rIns="114300" bIns="114300"/>
                    <a:lstStyle/>
                    <a:p>
                      <a:pPr algn="ctr"/>
                      <a:r>
                        <a:rPr sz="1875" b="0">
                          <a:solidFill>
                            <a:srgbClr val="1D3B33"/>
                          </a:solidFill>
                          <a:latin typeface="Arial"/>
                          <a:ea typeface="Arial"/>
                          <a:cs typeface="Arial"/>
                        </a:rPr>
                        <a:t>96.04%</a:t>
                      </a:r>
                    </a:p>
                  </a:txBody>
                  <a:tcPr marL="133350" marR="133350" marT="95250" marB="95250" anchor="ctr">
                    <a:lnR w="0">
                      <a:solidFill>
                        <a:srgbClr val="F5F6F1"/>
                      </a:solidFill>
                    </a:lnR>
                    <a:lnB w="0">
                      <a:solidFill>
                        <a:srgbClr val="F5F6F1"/>
                      </a:solidFill>
                    </a:lnB>
                    <a:solidFill>
                      <a:srgbClr val="DFE8DE"/>
                    </a:solidFill>
                  </a:tcPr>
                </a:tc>
                <a:tc>
                  <a:txBody>
                    <a:bodyPr lIns="114300" tIns="114300" rIns="114300" bIns="114300"/>
                    <a:lstStyle/>
                    <a:p>
                      <a:pPr algn="ctr"/>
                      <a:r>
                        <a:rPr sz="1875" b="0">
                          <a:solidFill>
                            <a:srgbClr val="1D3B33"/>
                          </a:solidFill>
                          <a:latin typeface="Arial"/>
                          <a:ea typeface="Arial"/>
                          <a:cs typeface="Arial"/>
                        </a:rPr>
                        <a:t>93.58%</a:t>
                      </a:r>
                    </a:p>
                  </a:txBody>
                  <a:tcPr marL="133350" marR="133350" marT="95250" marB="95250" anchor="ctr">
                    <a:lnR w="0">
                      <a:solidFill>
                        <a:srgbClr val="F5F6F1"/>
                      </a:solidFill>
                    </a:lnR>
                    <a:lnB w="0">
                      <a:solidFill>
                        <a:srgbClr val="F5F6F1"/>
                      </a:solidFill>
                    </a:lnB>
                    <a:solidFill>
                      <a:srgbClr val="DFE8DE"/>
                    </a:solidFill>
                  </a:tcPr>
                </a:tc>
                <a:tc>
                  <a:txBody>
                    <a:bodyPr lIns="114300" tIns="114300" rIns="114300" bIns="114300"/>
                    <a:lstStyle/>
                    <a:p>
                      <a:pPr algn="ctr"/>
                      <a:r>
                        <a:rPr sz="1875" b="0">
                          <a:solidFill>
                            <a:srgbClr val="1D3B33"/>
                          </a:solidFill>
                          <a:latin typeface="Arial"/>
                          <a:ea typeface="Arial"/>
                          <a:cs typeface="Arial"/>
                        </a:rPr>
                        <a:t>87.59%</a:t>
                      </a:r>
                    </a:p>
                  </a:txBody>
                  <a:tcPr marL="133350" marR="133350" marT="95250" marB="95250" anchor="ctr">
                    <a:lnR w="0">
                      <a:solidFill>
                        <a:srgbClr val="F5F6F1"/>
                      </a:solidFill>
                    </a:lnR>
                    <a:lnB w="0">
                      <a:solidFill>
                        <a:srgbClr val="F5F6F1"/>
                      </a:solidFill>
                    </a:lnB>
                    <a:solidFill>
                      <a:srgbClr val="DFE8DE"/>
                    </a:solidFill>
                  </a:tcPr>
                </a:tc>
              </a:tr>
              <a:tr h="590550">
                <a:tc>
                  <a:txBody>
                    <a:bodyPr lIns="114300" tIns="114300" rIns="114300" bIns="114300"/>
                    <a:lstStyle/>
                    <a:p>
                      <a:pPr algn="l"/>
                      <a:r>
                        <a:rPr sz="1875" b="1">
                          <a:solidFill>
                            <a:srgbClr val="FFFFFF"/>
                          </a:solidFill>
                          <a:latin typeface="Arial"/>
                          <a:ea typeface="Arial"/>
                          <a:cs typeface="Arial"/>
                        </a:rPr>
                        <a:t>Proposed</a:t>
                      </a:r>
                    </a:p>
                  </a:txBody>
                  <a:tcPr marL="133350" marR="133350" marT="95250" marB="95250" anchor="ctr">
                    <a:lnL w="0">
                      <a:solidFill>
                        <a:srgbClr val="F5F6F1"/>
                      </a:solidFill>
                    </a:lnL>
                    <a:lnR w="0">
                      <a:solidFill>
                        <a:srgbClr val="F5F6F1"/>
                      </a:solidFill>
                    </a:lnR>
                    <a:lnB w="0">
                      <a:solidFill>
                        <a:srgbClr val="F5F6F1"/>
                      </a:solidFill>
                    </a:lnB>
                    <a:solidFill>
                      <a:srgbClr val="22785F"/>
                    </a:solidFill>
                  </a:tcPr>
                </a:tc>
                <a:tc>
                  <a:txBody>
                    <a:bodyPr lIns="114300" tIns="114300" rIns="114300" bIns="114300"/>
                    <a:lstStyle/>
                    <a:p>
                      <a:pPr algn="ctr"/>
                      <a:r>
                        <a:rPr sz="1875" b="1">
                          <a:solidFill>
                            <a:srgbClr val="FFFFFF"/>
                          </a:solidFill>
                          <a:latin typeface="Arial"/>
                          <a:ea typeface="Arial"/>
                          <a:cs typeface="Arial"/>
                        </a:rPr>
                        <a:t>96.52%</a:t>
                      </a:r>
                    </a:p>
                  </a:txBody>
                  <a:tcPr marL="133350" marR="133350" marT="95250" marB="95250" anchor="ctr">
                    <a:lnR w="0">
                      <a:solidFill>
                        <a:srgbClr val="F5F6F1"/>
                      </a:solidFill>
                    </a:lnR>
                    <a:lnB w="0">
                      <a:solidFill>
                        <a:srgbClr val="F5F6F1"/>
                      </a:solidFill>
                    </a:lnB>
                    <a:solidFill>
                      <a:srgbClr val="22785F"/>
                    </a:solidFill>
                  </a:tcPr>
                </a:tc>
                <a:tc>
                  <a:txBody>
                    <a:bodyPr lIns="114300" tIns="114300" rIns="114300" bIns="114300"/>
                    <a:lstStyle/>
                    <a:p>
                      <a:pPr algn="ctr"/>
                      <a:r>
                        <a:rPr sz="1875" b="1">
                          <a:solidFill>
                            <a:srgbClr val="FFFFFF"/>
                          </a:solidFill>
                          <a:latin typeface="Arial"/>
                          <a:ea typeface="Arial"/>
                          <a:cs typeface="Arial"/>
                        </a:rPr>
                        <a:t>93.71%</a:t>
                      </a:r>
                    </a:p>
                  </a:txBody>
                  <a:tcPr marL="133350" marR="133350" marT="95250" marB="95250" anchor="ctr">
                    <a:lnR w="0">
                      <a:solidFill>
                        <a:srgbClr val="F5F6F1"/>
                      </a:solidFill>
                    </a:lnR>
                    <a:lnB w="0">
                      <a:solidFill>
                        <a:srgbClr val="F5F6F1"/>
                      </a:solidFill>
                    </a:lnB>
                    <a:solidFill>
                      <a:srgbClr val="22785F"/>
                    </a:solidFill>
                  </a:tcPr>
                </a:tc>
                <a:tc>
                  <a:txBody>
                    <a:bodyPr lIns="114300" tIns="114300" rIns="114300" bIns="114300"/>
                    <a:lstStyle/>
                    <a:p>
                      <a:pPr algn="ctr"/>
                      <a:r>
                        <a:rPr sz="1875" b="1">
                          <a:solidFill>
                            <a:srgbClr val="FFFFFF"/>
                          </a:solidFill>
                          <a:latin typeface="Arial"/>
                          <a:ea typeface="Arial"/>
                          <a:cs typeface="Arial"/>
                        </a:rPr>
                        <a:t>94.40%</a:t>
                      </a:r>
                    </a:p>
                  </a:txBody>
                  <a:tcPr marL="133350" marR="133350" marT="95250" marB="95250" anchor="ctr">
                    <a:lnR w="0">
                      <a:solidFill>
                        <a:srgbClr val="F5F6F1"/>
                      </a:solidFill>
                    </a:lnR>
                    <a:lnB w="0">
                      <a:solidFill>
                        <a:srgbClr val="F5F6F1"/>
                      </a:solidFill>
                    </a:lnB>
                    <a:solidFill>
                      <a:srgbClr val="22785F"/>
                    </a:solidFill>
                  </a:tcPr>
                </a:tc>
              </a:tr>
              <a:tr h="590550">
                <a:tc>
                  <a:txBody>
                    <a:bodyPr lIns="114300" tIns="114300" rIns="114300" bIns="114300"/>
                    <a:lstStyle/>
                    <a:p>
                      <a:pPr algn="l"/>
                      <a:r>
                        <a:rPr sz="1875" b="0">
                          <a:solidFill>
                            <a:srgbClr val="1D3B33"/>
                          </a:solidFill>
                          <a:latin typeface="Arial"/>
                          <a:ea typeface="Arial"/>
                          <a:cs typeface="Arial"/>
                        </a:rPr>
                        <a:t>VideoMAE</a:t>
                      </a:r>
                    </a:p>
                  </a:txBody>
                  <a:tcPr marL="133350" marR="133350" marT="95250" marB="95250" anchor="ctr">
                    <a:lnL w="0">
                      <a:solidFill>
                        <a:srgbClr val="F5F6F1"/>
                      </a:solidFill>
                    </a:lnL>
                    <a:lnR w="0">
                      <a:solidFill>
                        <a:srgbClr val="F5F6F1"/>
                      </a:solidFill>
                    </a:lnR>
                    <a:lnB w="0">
                      <a:solidFill>
                        <a:srgbClr val="F5F6F1"/>
                      </a:solidFill>
                    </a:lnB>
                    <a:solidFill>
                      <a:srgbClr val="DFE8DE"/>
                    </a:solidFill>
                  </a:tcPr>
                </a:tc>
                <a:tc>
                  <a:txBody>
                    <a:bodyPr lIns="114300" tIns="114300" rIns="114300" bIns="114300"/>
                    <a:lstStyle/>
                    <a:p>
                      <a:pPr algn="ctr"/>
                      <a:r>
                        <a:rPr sz="1875" b="0">
                          <a:solidFill>
                            <a:srgbClr val="1D3B33"/>
                          </a:solidFill>
                          <a:latin typeface="Arial"/>
                          <a:ea typeface="Arial"/>
                          <a:cs typeface="Arial"/>
                        </a:rPr>
                        <a:t>99.53%</a:t>
                      </a:r>
                    </a:p>
                  </a:txBody>
                  <a:tcPr marL="133350" marR="133350" marT="95250" marB="95250" anchor="ctr">
                    <a:lnR w="0">
                      <a:solidFill>
                        <a:srgbClr val="F5F6F1"/>
                      </a:solidFill>
                    </a:lnR>
                    <a:lnB w="0">
                      <a:solidFill>
                        <a:srgbClr val="F5F6F1"/>
                      </a:solidFill>
                    </a:lnB>
                    <a:solidFill>
                      <a:srgbClr val="DFE8DE"/>
                    </a:solidFill>
                  </a:tcPr>
                </a:tc>
                <a:tc>
                  <a:txBody>
                    <a:bodyPr lIns="114300" tIns="114300" rIns="114300" bIns="114300"/>
                    <a:lstStyle/>
                    <a:p>
                      <a:pPr algn="ctr"/>
                      <a:r>
                        <a:rPr sz="1875" b="0">
                          <a:solidFill>
                            <a:srgbClr val="1D3B33"/>
                          </a:solidFill>
                          <a:latin typeface="Arial"/>
                          <a:ea typeface="Arial"/>
                          <a:cs typeface="Arial"/>
                        </a:rPr>
                        <a:t>99.02%</a:t>
                      </a:r>
                    </a:p>
                  </a:txBody>
                  <a:tcPr marL="133350" marR="133350" marT="95250" marB="95250" anchor="ctr">
                    <a:lnR w="0">
                      <a:solidFill>
                        <a:srgbClr val="F5F6F1"/>
                      </a:solidFill>
                    </a:lnR>
                    <a:lnB w="0">
                      <a:solidFill>
                        <a:srgbClr val="F5F6F1"/>
                      </a:solidFill>
                    </a:lnB>
                    <a:solidFill>
                      <a:srgbClr val="DFE8DE"/>
                    </a:solidFill>
                  </a:tcPr>
                </a:tc>
                <a:tc>
                  <a:txBody>
                    <a:bodyPr lIns="114300" tIns="114300" rIns="114300" bIns="114300"/>
                    <a:lstStyle/>
                    <a:p>
                      <a:pPr algn="ctr"/>
                      <a:r>
                        <a:rPr sz="1875" b="0">
                          <a:solidFill>
                            <a:srgbClr val="1D3B33"/>
                          </a:solidFill>
                          <a:latin typeface="Arial"/>
                          <a:ea typeface="Arial"/>
                          <a:cs typeface="Arial"/>
                        </a:rPr>
                        <a:t>97.48%</a:t>
                      </a:r>
                    </a:p>
                  </a:txBody>
                  <a:tcPr marL="133350" marR="133350" marT="95250" marB="95250" anchor="ctr">
                    <a:lnR w="0">
                      <a:solidFill>
                        <a:srgbClr val="F5F6F1"/>
                      </a:solidFill>
                    </a:lnR>
                    <a:lnB w="0">
                      <a:solidFill>
                        <a:srgbClr val="F5F6F1"/>
                      </a:solidFill>
                    </a:lnB>
                    <a:solidFill>
                      <a:srgbClr val="DFE8DE"/>
                    </a:solidFill>
                  </a:tcPr>
                </a:tc>
              </a:tr>
            </a:tbl>
          </a:graphicData>
        </a:graphic>
      </p:graphicFrame>
      <p:sp>
        <p:nvSpPr>
          <p:cNvPr id="7" name="+6.81 pp">
            <a:extLst xmlns:a="http://schemas.openxmlformats.org/drawingml/2006/main">
              <a:ext uri="{FF2B5EF4-FFF2-40B4-BE49-F238E27FC236}">
                <a16:creationId xmlns:a16="http://schemas.microsoft.com/office/drawing/2014/main" id="{BD24A8AE-6083-4AE3-A3FE-97C34752C5F8}"/>
              </a:ext>
            </a:extLst>
          </p:cNvPr>
          <p:cNvSpPr>
            <a:spLocks xmlns:a="http://schemas.openxmlformats.org/drawingml/2006/main" noGrp="1"/>
          </p:cNvSpPr>
          <p:nvPr/>
        </p:nvSpPr>
        <p:spPr>
          <a:xfrm xmlns:a="http://schemas.openxmlformats.org/drawingml/2006/main">
            <a:off x="609600" y="53149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2785F"/>
                </a:solidFill>
                <a:latin typeface="Arial"/>
                <a:ea typeface="Arial"/>
                <a:cs typeface="Arial"/>
              </a:defRPr>
            </a:defPPr>
            <a:lvl1pPr algn="l">
              <a:defRPr sz="3300" b="1">
                <a:solidFill>
                  <a:srgbClr val="22785F"/>
                </a:solidFill>
                <a:latin typeface="Arial"/>
                <a:ea typeface="Arial"/>
                <a:cs typeface="Arial"/>
              </a:defRPr>
            </a:lvl1pPr>
            <a:lvl2pPr algn="l">
              <a:defRPr sz="3300" b="1">
                <a:solidFill>
                  <a:srgbClr val="22785F"/>
                </a:solidFill>
                <a:latin typeface="Arial"/>
                <a:ea typeface="Arial"/>
                <a:cs typeface="Arial"/>
              </a:defRPr>
            </a:lvl2pPr>
            <a:lvl3pPr algn="l">
              <a:defRPr sz="3300" b="1">
                <a:solidFill>
                  <a:srgbClr val="22785F"/>
                </a:solidFill>
                <a:latin typeface="Arial"/>
                <a:ea typeface="Arial"/>
                <a:cs typeface="Arial"/>
              </a:defRPr>
            </a:lvl3pPr>
            <a:lvl4pPr algn="l">
              <a:defRPr sz="3300" b="1">
                <a:solidFill>
                  <a:srgbClr val="22785F"/>
                </a:solidFill>
                <a:latin typeface="Arial"/>
                <a:ea typeface="Arial"/>
                <a:cs typeface="Arial"/>
              </a:defRPr>
            </a:lvl4pPr>
            <a:lvl5pPr algn="l">
              <a:defRPr sz="3300" b="1">
                <a:solidFill>
                  <a:srgbClr val="22785F"/>
                </a:solidFill>
                <a:latin typeface="Arial"/>
                <a:ea typeface="Arial"/>
                <a:cs typeface="Arial"/>
              </a:defRPr>
            </a:lvl5pPr>
            <a:lvl6pPr algn="l">
              <a:defRPr sz="3300" b="1">
                <a:solidFill>
                  <a:srgbClr val="22785F"/>
                </a:solidFill>
                <a:latin typeface="Arial"/>
                <a:ea typeface="Arial"/>
                <a:cs typeface="Arial"/>
              </a:defRPr>
            </a:lvl6pPr>
            <a:lvl7pPr algn="l">
              <a:defRPr sz="3300" b="1">
                <a:solidFill>
                  <a:srgbClr val="22785F"/>
                </a:solidFill>
                <a:latin typeface="Arial"/>
                <a:ea typeface="Arial"/>
                <a:cs typeface="Arial"/>
              </a:defRPr>
            </a:lvl7pPr>
            <a:lvl8pPr algn="l">
              <a:defRPr sz="3300" b="1">
                <a:solidFill>
                  <a:srgbClr val="22785F"/>
                </a:solidFill>
                <a:latin typeface="Arial"/>
                <a:ea typeface="Arial"/>
                <a:cs typeface="Arial"/>
              </a:defRPr>
            </a:lvl8pPr>
            <a:lvl9pPr algn="l">
              <a:defRPr sz="3300" b="1">
                <a:solidFill>
                  <a:srgbClr val="22785F"/>
                </a:solidFill>
                <a:latin typeface="Arial"/>
                <a:ea typeface="Arial"/>
                <a:cs typeface="Arial"/>
              </a:defRPr>
            </a:lvl9pPr>
          </a:lstStyle>
          <a:p xmlns:a="http://schemas.openxmlformats.org/drawingml/2006/main">
            <a:pPr algn="l">
              <a:defRPr sz="3300" b="1">
                <a:solidFill>
                  <a:srgbClr val="22785F"/>
                </a:solidFill>
                <a:latin typeface="Arial"/>
                <a:ea typeface="Arial"/>
                <a:cs typeface="Arial"/>
              </a:defRPr>
            </a:pPr>
            <a:r>
              <a:rPr sz="3300" b="1">
                <a:solidFill>
                  <a:srgbClr val="22785F"/>
                </a:solidFill>
                <a:latin typeface="Arial"/>
                <a:ea typeface="Arial"/>
                <a:cs typeface="Arial"/>
              </a:rPr>
              <a:t>+6.81 pp</a:t>
            </a:r>
          </a:p>
        </p:txBody>
      </p:sp>
      <p:sp>
        <p:nvSpPr>
          <p:cNvPr id="8" name="Boundary F1 over ordinary GRU">
            <a:extLst xmlns:a="http://schemas.openxmlformats.org/drawingml/2006/main">
              <a:ext uri="{FF2B5EF4-FFF2-40B4-BE49-F238E27FC236}">
                <a16:creationId xmlns:a16="http://schemas.microsoft.com/office/drawing/2014/main" id="{E4F792F6-C33C-4E01-AD69-198455915769}"/>
              </a:ext>
            </a:extLst>
          </p:cNvPr>
          <p:cNvSpPr>
            <a:spLocks xmlns:a="http://schemas.openxmlformats.org/drawingml/2006/main" noGrp="1"/>
          </p:cNvSpPr>
          <p:nvPr/>
        </p:nvSpPr>
        <p:spPr>
          <a:xfrm xmlns:a="http://schemas.openxmlformats.org/drawingml/2006/main">
            <a:off x="3429000" y="5429250"/>
            <a:ext cx="781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D3B33"/>
                </a:solidFill>
                <a:latin typeface="Arial"/>
                <a:ea typeface="Arial"/>
                <a:cs typeface="Arial"/>
              </a:defRPr>
            </a:defPPr>
            <a:lvl1pPr algn="l">
              <a:defRPr sz="2025" b="0">
                <a:solidFill>
                  <a:srgbClr val="1D3B33"/>
                </a:solidFill>
                <a:latin typeface="Arial"/>
                <a:ea typeface="Arial"/>
                <a:cs typeface="Arial"/>
              </a:defRPr>
            </a:lvl1pPr>
            <a:lvl2pPr algn="l">
              <a:defRPr sz="2025" b="0">
                <a:solidFill>
                  <a:srgbClr val="1D3B33"/>
                </a:solidFill>
                <a:latin typeface="Arial"/>
                <a:ea typeface="Arial"/>
                <a:cs typeface="Arial"/>
              </a:defRPr>
            </a:lvl2pPr>
            <a:lvl3pPr algn="l">
              <a:defRPr sz="2025" b="0">
                <a:solidFill>
                  <a:srgbClr val="1D3B33"/>
                </a:solidFill>
                <a:latin typeface="Arial"/>
                <a:ea typeface="Arial"/>
                <a:cs typeface="Arial"/>
              </a:defRPr>
            </a:lvl3pPr>
            <a:lvl4pPr algn="l">
              <a:defRPr sz="2025" b="0">
                <a:solidFill>
                  <a:srgbClr val="1D3B33"/>
                </a:solidFill>
                <a:latin typeface="Arial"/>
                <a:ea typeface="Arial"/>
                <a:cs typeface="Arial"/>
              </a:defRPr>
            </a:lvl4pPr>
            <a:lvl5pPr algn="l">
              <a:defRPr sz="2025" b="0">
                <a:solidFill>
                  <a:srgbClr val="1D3B33"/>
                </a:solidFill>
                <a:latin typeface="Arial"/>
                <a:ea typeface="Arial"/>
                <a:cs typeface="Arial"/>
              </a:defRPr>
            </a:lvl5pPr>
            <a:lvl6pPr algn="l">
              <a:defRPr sz="2025" b="0">
                <a:solidFill>
                  <a:srgbClr val="1D3B33"/>
                </a:solidFill>
                <a:latin typeface="Arial"/>
                <a:ea typeface="Arial"/>
                <a:cs typeface="Arial"/>
              </a:defRPr>
            </a:lvl6pPr>
            <a:lvl7pPr algn="l">
              <a:defRPr sz="2025" b="0">
                <a:solidFill>
                  <a:srgbClr val="1D3B33"/>
                </a:solidFill>
                <a:latin typeface="Arial"/>
                <a:ea typeface="Arial"/>
                <a:cs typeface="Arial"/>
              </a:defRPr>
            </a:lvl7pPr>
            <a:lvl8pPr algn="l">
              <a:defRPr sz="2025" b="0">
                <a:solidFill>
                  <a:srgbClr val="1D3B33"/>
                </a:solidFill>
                <a:latin typeface="Arial"/>
                <a:ea typeface="Arial"/>
                <a:cs typeface="Arial"/>
              </a:defRPr>
            </a:lvl8pPr>
            <a:lvl9pPr algn="l">
              <a:defRPr sz="2025" b="0">
                <a:solidFill>
                  <a:srgbClr val="1D3B33"/>
                </a:solidFill>
                <a:latin typeface="Arial"/>
                <a:ea typeface="Arial"/>
                <a:cs typeface="Arial"/>
              </a:defRPr>
            </a:lvl9pPr>
          </a:lstStyle>
          <a:p xmlns:a="http://schemas.openxmlformats.org/drawingml/2006/main">
            <a:pPr algn="l">
              <a:defRPr sz="2025" b="0">
                <a:solidFill>
                  <a:srgbClr val="1D3B33"/>
                </a:solidFill>
                <a:latin typeface="Arial"/>
                <a:ea typeface="Arial"/>
                <a:cs typeface="Arial"/>
              </a:defRPr>
            </a:pPr>
            <a:r>
              <a:rPr sz="2025" b="0">
                <a:solidFill>
                  <a:srgbClr val="1D3B33"/>
                </a:solidFill>
                <a:latin typeface="Arial"/>
                <a:ea typeface="Arial"/>
                <a:cs typeface="Arial"/>
              </a:rPr>
              <a:t>Boundary F1 over ordinary GRU</a:t>
            </a:r>
          </a:p>
        </p:txBody>
      </p:sp>
      <p:sp>
        <p:nvSpPr>
          <p:cNvPr id="9" name="VideoMAE leads these three metrics. Different inputs and fin">
            <a:extLst xmlns:a="http://schemas.openxmlformats.org/drawingml/2006/main">
              <a:ext uri="{FF2B5EF4-FFF2-40B4-BE49-F238E27FC236}">
                <a16:creationId xmlns:a16="http://schemas.microsoft.com/office/drawing/2014/main" id="{3E130B99-8386-4A0C-B64A-70C3B3CFC0CD}"/>
              </a:ext>
            </a:extLst>
          </p:cNvPr>
          <p:cNvSpPr>
            <a:spLocks xmlns:a="http://schemas.openxmlformats.org/drawingml/2006/main" noGrp="1"/>
          </p:cNvSpPr>
          <p:nvPr/>
        </p:nvSpPr>
        <p:spPr>
          <a:xfrm xmlns:a="http://schemas.openxmlformats.org/drawingml/2006/main">
            <a:off x="609600" y="59912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3796E"/>
                </a:solidFill>
                <a:latin typeface="Arial"/>
                <a:ea typeface="Arial"/>
                <a:cs typeface="Arial"/>
              </a:defRPr>
            </a:defPPr>
            <a:lvl1pPr algn="l">
              <a:defRPr sz="1350" b="0">
                <a:solidFill>
                  <a:srgbClr val="63796E"/>
                </a:solidFill>
                <a:latin typeface="Arial"/>
                <a:ea typeface="Arial"/>
                <a:cs typeface="Arial"/>
              </a:defRPr>
            </a:lvl1pPr>
            <a:lvl2pPr algn="l">
              <a:defRPr sz="1350" b="0">
                <a:solidFill>
                  <a:srgbClr val="63796E"/>
                </a:solidFill>
                <a:latin typeface="Arial"/>
                <a:ea typeface="Arial"/>
                <a:cs typeface="Arial"/>
              </a:defRPr>
            </a:lvl2pPr>
            <a:lvl3pPr algn="l">
              <a:defRPr sz="1350" b="0">
                <a:solidFill>
                  <a:srgbClr val="63796E"/>
                </a:solidFill>
                <a:latin typeface="Arial"/>
                <a:ea typeface="Arial"/>
                <a:cs typeface="Arial"/>
              </a:defRPr>
            </a:lvl3pPr>
            <a:lvl4pPr algn="l">
              <a:defRPr sz="1350" b="0">
                <a:solidFill>
                  <a:srgbClr val="63796E"/>
                </a:solidFill>
                <a:latin typeface="Arial"/>
                <a:ea typeface="Arial"/>
                <a:cs typeface="Arial"/>
              </a:defRPr>
            </a:lvl4pPr>
            <a:lvl5pPr algn="l">
              <a:defRPr sz="1350" b="0">
                <a:solidFill>
                  <a:srgbClr val="63796E"/>
                </a:solidFill>
                <a:latin typeface="Arial"/>
                <a:ea typeface="Arial"/>
                <a:cs typeface="Arial"/>
              </a:defRPr>
            </a:lvl5pPr>
            <a:lvl6pPr algn="l">
              <a:defRPr sz="1350" b="0">
                <a:solidFill>
                  <a:srgbClr val="63796E"/>
                </a:solidFill>
                <a:latin typeface="Arial"/>
                <a:ea typeface="Arial"/>
                <a:cs typeface="Arial"/>
              </a:defRPr>
            </a:lvl6pPr>
            <a:lvl7pPr algn="l">
              <a:defRPr sz="1350" b="0">
                <a:solidFill>
                  <a:srgbClr val="63796E"/>
                </a:solidFill>
                <a:latin typeface="Arial"/>
                <a:ea typeface="Arial"/>
                <a:cs typeface="Arial"/>
              </a:defRPr>
            </a:lvl7pPr>
            <a:lvl8pPr algn="l">
              <a:defRPr sz="1350" b="0">
                <a:solidFill>
                  <a:srgbClr val="63796E"/>
                </a:solidFill>
                <a:latin typeface="Arial"/>
                <a:ea typeface="Arial"/>
                <a:cs typeface="Arial"/>
              </a:defRPr>
            </a:lvl8pPr>
            <a:lvl9pPr algn="l">
              <a:defRPr sz="1350" b="0">
                <a:solidFill>
                  <a:srgbClr val="63796E"/>
                </a:solidFill>
                <a:latin typeface="Arial"/>
                <a:ea typeface="Arial"/>
                <a:cs typeface="Arial"/>
              </a:defRPr>
            </a:lvl9pPr>
          </a:lstStyle>
          <a:p xmlns:a="http://schemas.openxmlformats.org/drawingml/2006/main">
            <a:pPr algn="l">
              <a:defRPr sz="1350" b="0">
                <a:solidFill>
                  <a:srgbClr val="63796E"/>
                </a:solidFill>
                <a:latin typeface="Arial"/>
                <a:ea typeface="Arial"/>
                <a:cs typeface="Arial"/>
              </a:defRPr>
            </a:pPr>
            <a:r>
              <a:rPr sz="1350" b="0">
                <a:solidFill>
                  <a:srgbClr val="63796E"/>
                </a:solidFill>
                <a:latin typeface="Arial"/>
                <a:ea typeface="Arial"/>
                <a:cs typeface="Arial"/>
              </a:rPr>
              <a:t>VideoMAE leads these three metrics. Different inputs and final fitting protocols limit causal attribution.</a:t>
            </a:r>
          </a:p>
        </p:txBody>
      </p:sp>
    </p:spTree>
    <p:extLst>
      <p:ext uri="{BB962C8B-B14F-4D97-AF65-F5344CB8AC3E}">
        <p14:creationId xmlns:p14="http://schemas.microsoft.com/office/powerpoint/2010/main" val="1819491133"/>
      </p:ext>
    </p:extLst>
  </p:cSld>
</p:sld>
</file>

<file path=ppt/slides/slide9.xml><?xml version="1.0" encoding="utf-8"?>
<p:sld xmlns:a="http://schemas.openxmlformats.org/drawingml/2006/main" xmlns:c="http://schemas.openxmlformats.org/drawingml/2006/chart" xmlns:ns2="http://schemas.microsoft.com/office/drawing/2014/main" xmlns:ns4="http://schemas.openxmlformats.org/officeDocument/2006/relationships" xmlns:ns5="http://schemas.microsoft.com/office/powerpoint/2010/main" xmlns:p="http://schemas.openxmlformats.org/presentationml/2006/main">
  <p:cSld>
    <p:bg>
      <p:bgPr>
        <a:solidFill>
          <a:srgbClr val="F5F6F1"/>
        </a:solidFill>
      </p:bgPr>
    </p:bg>
    <p:spTree>
      <p:nvGrpSpPr>
        <p:cNvPr id="1" name=""/>
        <p:cNvGrpSpPr/>
        <p:nvPr/>
      </p:nvGrpSpPr>
      <p:grpSpPr>
        <a:xfrm/>
      </p:grpSpPr>
      <p:sp>
        <p:nvSpPr>
          <p:cNvPr id="2" name="Complete action chains">
            <a:extLst>
              <a:ext uri="{FF2B5EF4-FFF2-40B4-BE49-F238E27FC236}">
                <ns2:creationId id="{2B7B4AEC-57E9-4D4B-84AD-307ECDF327AA}"/>
              </a:ext>
            </a:extLst>
          </p:cNvPr>
          <p:cNvSpPr>
            <a:spLocks noGrp="1"/>
          </p:cNvSpPr>
          <p:nvPr/>
        </p:nvSpPr>
        <p:spPr>
          <a:xfrm>
            <a:off x="609600" y="457200"/>
            <a:ext cx="10972800" cy="647700"/>
          </a:xfrm>
          <a:prstGeom prst="rect">
            <a:avLst/>
          </a:prstGeom>
          <a:noFill/>
          <a:ln w="0">
            <a:noFill/>
          </a:ln>
        </p:spPr>
        <p:txBody>
          <a:bodyPr wrap="square" lIns="0" tIns="0" rIns="0" bIns="0" anchor="t">
            <a:noAutofit/>
          </a:bodyPr>
          <a:lstStyle>
            <a:defPPr algn="l">
              <a:defRPr sz="3300" b="1">
                <a:solidFill>
                  <a:srgbClr val="1D3B33"/>
                </a:solidFill>
                <a:latin typeface="Arial"/>
                <a:ea typeface="Arial"/>
                <a:cs typeface="Arial"/>
              </a:defRPr>
            </a:defPPr>
            <a:lvl1pPr algn="l">
              <a:defRPr sz="3300" b="1">
                <a:solidFill>
                  <a:srgbClr val="1D3B33"/>
                </a:solidFill>
                <a:latin typeface="Arial"/>
                <a:ea typeface="Arial"/>
                <a:cs typeface="Arial"/>
              </a:defRPr>
            </a:lvl1pPr>
            <a:lvl2pPr algn="l">
              <a:defRPr sz="3300" b="1">
                <a:solidFill>
                  <a:srgbClr val="1D3B33"/>
                </a:solidFill>
                <a:latin typeface="Arial"/>
                <a:ea typeface="Arial"/>
                <a:cs typeface="Arial"/>
              </a:defRPr>
            </a:lvl2pPr>
            <a:lvl3pPr algn="l">
              <a:defRPr sz="3300" b="1">
                <a:solidFill>
                  <a:srgbClr val="1D3B33"/>
                </a:solidFill>
                <a:latin typeface="Arial"/>
                <a:ea typeface="Arial"/>
                <a:cs typeface="Arial"/>
              </a:defRPr>
            </a:lvl3pPr>
            <a:lvl4pPr algn="l">
              <a:defRPr sz="3300" b="1">
                <a:solidFill>
                  <a:srgbClr val="1D3B33"/>
                </a:solidFill>
                <a:latin typeface="Arial"/>
                <a:ea typeface="Arial"/>
                <a:cs typeface="Arial"/>
              </a:defRPr>
            </a:lvl4pPr>
            <a:lvl5pPr algn="l">
              <a:defRPr sz="3300" b="1">
                <a:solidFill>
                  <a:srgbClr val="1D3B33"/>
                </a:solidFill>
                <a:latin typeface="Arial"/>
                <a:ea typeface="Arial"/>
                <a:cs typeface="Arial"/>
              </a:defRPr>
            </a:lvl5pPr>
            <a:lvl6pPr algn="l">
              <a:defRPr sz="3300" b="1">
                <a:solidFill>
                  <a:srgbClr val="1D3B33"/>
                </a:solidFill>
                <a:latin typeface="Arial"/>
                <a:ea typeface="Arial"/>
                <a:cs typeface="Arial"/>
              </a:defRPr>
            </a:lvl6pPr>
            <a:lvl7pPr algn="l">
              <a:defRPr sz="3300" b="1">
                <a:solidFill>
                  <a:srgbClr val="1D3B33"/>
                </a:solidFill>
                <a:latin typeface="Arial"/>
                <a:ea typeface="Arial"/>
                <a:cs typeface="Arial"/>
              </a:defRPr>
            </a:lvl7pPr>
            <a:lvl8pPr algn="l">
              <a:defRPr sz="3300" b="1">
                <a:solidFill>
                  <a:srgbClr val="1D3B33"/>
                </a:solidFill>
                <a:latin typeface="Arial"/>
                <a:ea typeface="Arial"/>
                <a:cs typeface="Arial"/>
              </a:defRPr>
            </a:lvl8pPr>
            <a:lvl9pPr algn="l">
              <a:defRPr sz="3300" b="1">
                <a:solidFill>
                  <a:srgbClr val="1D3B33"/>
                </a:solidFill>
                <a:latin typeface="Arial"/>
                <a:ea typeface="Arial"/>
                <a:cs typeface="Arial"/>
              </a:defRPr>
            </a:lvl9pPr>
          </a:lstStyle>
          <a:p>
            <a:pPr algn="l">
              <a:defRPr sz="3300" b="1">
                <a:solidFill>
                  <a:srgbClr val="1D3B33"/>
                </a:solidFill>
                <a:latin typeface="Arial"/>
                <a:ea typeface="Arial"/>
                <a:cs typeface="Arial"/>
              </a:defRPr>
            </a:pPr>
            <a:r>
              <a:rPr sz="3300" b="1">
                <a:solidFill>
                  <a:srgbClr val="1D3B33"/>
                </a:solidFill>
                <a:latin typeface="Arial"/>
                <a:ea typeface="Arial"/>
                <a:cs typeface="Arial"/>
              </a:rPr>
              <a:t>Complete action chains</a:t>
            </a:r>
          </a:p>
        </p:txBody>
      </p:sp>
      <p:sp>
        <p:nvSpPr>
          <p:cNvPr id="3" name="Exact matches across the 10 complete videos">
            <a:extLst>
              <a:ext uri="{FF2B5EF4-FFF2-40B4-BE49-F238E27FC236}">
                <ns2:creationId id="{DF7A61DA-4B92-4096-BD99-6F316AC7A75D}"/>
              </a:ext>
            </a:extLst>
          </p:cNvPr>
          <p:cNvSpPr>
            <a:spLocks noGrp="1"/>
          </p:cNvSpPr>
          <p:nvPr/>
        </p:nvSpPr>
        <p:spPr>
          <a:xfrm>
            <a:off x="609600" y="1152525"/>
            <a:ext cx="10972800" cy="438150"/>
          </a:xfrm>
          <a:prstGeom prst="rect">
            <a:avLst/>
          </a:prstGeom>
          <a:noFill/>
          <a:ln w="0">
            <a:noFill/>
          </a:ln>
        </p:spPr>
        <p:txBody>
          <a:bodyPr wrap="square" lIns="0" tIns="0" rIns="0" bIns="0" anchor="t">
            <a:noAutofit/>
          </a:bodyPr>
          <a:lstStyle>
            <a:defPPr algn="l">
              <a:defRPr sz="1800" b="0">
                <a:solidFill>
                  <a:srgbClr val="63796E"/>
                </a:solidFill>
                <a:latin typeface="Arial"/>
                <a:ea typeface="Arial"/>
                <a:cs typeface="Arial"/>
              </a:defRPr>
            </a:defPPr>
            <a:lvl1pPr algn="l">
              <a:defRPr sz="1800" b="0">
                <a:solidFill>
                  <a:srgbClr val="63796E"/>
                </a:solidFill>
                <a:latin typeface="Arial"/>
                <a:ea typeface="Arial"/>
                <a:cs typeface="Arial"/>
              </a:defRPr>
            </a:lvl1pPr>
            <a:lvl2pPr algn="l">
              <a:defRPr sz="1800" b="0">
                <a:solidFill>
                  <a:srgbClr val="63796E"/>
                </a:solidFill>
                <a:latin typeface="Arial"/>
                <a:ea typeface="Arial"/>
                <a:cs typeface="Arial"/>
              </a:defRPr>
            </a:lvl2pPr>
            <a:lvl3pPr algn="l">
              <a:defRPr sz="1800" b="0">
                <a:solidFill>
                  <a:srgbClr val="63796E"/>
                </a:solidFill>
                <a:latin typeface="Arial"/>
                <a:ea typeface="Arial"/>
                <a:cs typeface="Arial"/>
              </a:defRPr>
            </a:lvl3pPr>
            <a:lvl4pPr algn="l">
              <a:defRPr sz="1800" b="0">
                <a:solidFill>
                  <a:srgbClr val="63796E"/>
                </a:solidFill>
                <a:latin typeface="Arial"/>
                <a:ea typeface="Arial"/>
                <a:cs typeface="Arial"/>
              </a:defRPr>
            </a:lvl4pPr>
            <a:lvl5pPr algn="l">
              <a:defRPr sz="1800" b="0">
                <a:solidFill>
                  <a:srgbClr val="63796E"/>
                </a:solidFill>
                <a:latin typeface="Arial"/>
                <a:ea typeface="Arial"/>
                <a:cs typeface="Arial"/>
              </a:defRPr>
            </a:lvl5pPr>
            <a:lvl6pPr algn="l">
              <a:defRPr sz="1800" b="0">
                <a:solidFill>
                  <a:srgbClr val="63796E"/>
                </a:solidFill>
                <a:latin typeface="Arial"/>
                <a:ea typeface="Arial"/>
                <a:cs typeface="Arial"/>
              </a:defRPr>
            </a:lvl6pPr>
            <a:lvl7pPr algn="l">
              <a:defRPr sz="1800" b="0">
                <a:solidFill>
                  <a:srgbClr val="63796E"/>
                </a:solidFill>
                <a:latin typeface="Arial"/>
                <a:ea typeface="Arial"/>
                <a:cs typeface="Arial"/>
              </a:defRPr>
            </a:lvl7pPr>
            <a:lvl8pPr algn="l">
              <a:defRPr sz="1800" b="0">
                <a:solidFill>
                  <a:srgbClr val="63796E"/>
                </a:solidFill>
                <a:latin typeface="Arial"/>
                <a:ea typeface="Arial"/>
                <a:cs typeface="Arial"/>
              </a:defRPr>
            </a:lvl8pPr>
            <a:lvl9pPr algn="l">
              <a:defRPr sz="1800" b="0">
                <a:solidFill>
                  <a:srgbClr val="63796E"/>
                </a:solidFill>
                <a:latin typeface="Arial"/>
                <a:ea typeface="Arial"/>
                <a:cs typeface="Arial"/>
              </a:defRPr>
            </a:lvl9pPr>
          </a:lstStyle>
          <a:p>
            <a:pPr algn="l">
              <a:defRPr sz="1800" b="0">
                <a:solidFill>
                  <a:srgbClr val="63796E"/>
                </a:solidFill>
                <a:latin typeface="Arial"/>
                <a:ea typeface="Arial"/>
                <a:cs typeface="Arial"/>
              </a:defRPr>
            </a:pPr>
            <a:r>
              <a:rPr sz="1800" b="0">
                <a:solidFill>
                  <a:srgbClr val="63796E"/>
                </a:solidFill>
                <a:latin typeface="Arial"/>
                <a:ea typeface="Arial"/>
                <a:cs typeface="Arial"/>
              </a:rPr>
              <a:t>Exact matches across the 10 complete videos</a:t>
            </a:r>
          </a:p>
        </p:txBody>
      </p:sp>
      <p:sp>
        <p:nvSpPr>
          <p:cNvPr id="4" name="GROUP 43  /  FINAL PROJECT">
            <a:extLst>
              <a:ext uri="{FF2B5EF4-FFF2-40B4-BE49-F238E27FC236}">
                <ns2:creationId id="{8071392B-8A89-402F-8F69-A298352A2AFF}"/>
              </a:ext>
            </a:extLst>
          </p:cNvPr>
          <p:cNvSpPr>
            <a:spLocks noGrp="1"/>
          </p:cNvSpPr>
          <p:nvPr/>
        </p:nvSpPr>
        <p:spPr>
          <a:xfrm>
            <a:off x="609600" y="6400800"/>
            <a:ext cx="6667500" cy="228600"/>
          </a:xfrm>
          <a:prstGeom prst="rect">
            <a:avLst/>
          </a:prstGeom>
          <a:noFill/>
          <a:ln w="0">
            <a:noFill/>
          </a:ln>
        </p:spPr>
        <p:txBody>
          <a:bodyPr wrap="square" lIns="0" tIns="0" rIns="0" bIns="0" anchor="t">
            <a:noAutofit/>
          </a:bodyPr>
          <a:lstStyle>
            <a:defPPr algn="l">
              <a:defRPr sz="1200" b="0">
                <a:solidFill>
                  <a:srgbClr val="63796E"/>
                </a:solidFill>
                <a:latin typeface="Arial"/>
                <a:ea typeface="Arial"/>
                <a:cs typeface="Arial"/>
              </a:defRPr>
            </a:defPPr>
            <a:lvl1pPr algn="l">
              <a:defRPr sz="1200" b="0">
                <a:solidFill>
                  <a:srgbClr val="63796E"/>
                </a:solidFill>
                <a:latin typeface="Arial"/>
                <a:ea typeface="Arial"/>
                <a:cs typeface="Arial"/>
              </a:defRPr>
            </a:lvl1pPr>
            <a:lvl2pPr algn="l">
              <a:defRPr sz="1200" b="0">
                <a:solidFill>
                  <a:srgbClr val="63796E"/>
                </a:solidFill>
                <a:latin typeface="Arial"/>
                <a:ea typeface="Arial"/>
                <a:cs typeface="Arial"/>
              </a:defRPr>
            </a:lvl2pPr>
            <a:lvl3pPr algn="l">
              <a:defRPr sz="1200" b="0">
                <a:solidFill>
                  <a:srgbClr val="63796E"/>
                </a:solidFill>
                <a:latin typeface="Arial"/>
                <a:ea typeface="Arial"/>
                <a:cs typeface="Arial"/>
              </a:defRPr>
            </a:lvl3pPr>
            <a:lvl4pPr algn="l">
              <a:defRPr sz="1200" b="0">
                <a:solidFill>
                  <a:srgbClr val="63796E"/>
                </a:solidFill>
                <a:latin typeface="Arial"/>
                <a:ea typeface="Arial"/>
                <a:cs typeface="Arial"/>
              </a:defRPr>
            </a:lvl4pPr>
            <a:lvl5pPr algn="l">
              <a:defRPr sz="1200" b="0">
                <a:solidFill>
                  <a:srgbClr val="63796E"/>
                </a:solidFill>
                <a:latin typeface="Arial"/>
                <a:ea typeface="Arial"/>
                <a:cs typeface="Arial"/>
              </a:defRPr>
            </a:lvl5pPr>
            <a:lvl6pPr algn="l">
              <a:defRPr sz="1200" b="0">
                <a:solidFill>
                  <a:srgbClr val="63796E"/>
                </a:solidFill>
                <a:latin typeface="Arial"/>
                <a:ea typeface="Arial"/>
                <a:cs typeface="Arial"/>
              </a:defRPr>
            </a:lvl6pPr>
            <a:lvl7pPr algn="l">
              <a:defRPr sz="1200" b="0">
                <a:solidFill>
                  <a:srgbClr val="63796E"/>
                </a:solidFill>
                <a:latin typeface="Arial"/>
                <a:ea typeface="Arial"/>
                <a:cs typeface="Arial"/>
              </a:defRPr>
            </a:lvl7pPr>
            <a:lvl8pPr algn="l">
              <a:defRPr sz="1200" b="0">
                <a:solidFill>
                  <a:srgbClr val="63796E"/>
                </a:solidFill>
                <a:latin typeface="Arial"/>
                <a:ea typeface="Arial"/>
                <a:cs typeface="Arial"/>
              </a:defRPr>
            </a:lvl8pPr>
            <a:lvl9pPr algn="l">
              <a:defRPr sz="1200" b="0">
                <a:solidFill>
                  <a:srgbClr val="63796E"/>
                </a:solidFill>
                <a:latin typeface="Arial"/>
                <a:ea typeface="Arial"/>
                <a:cs typeface="Arial"/>
              </a:defRPr>
            </a:lvl9pPr>
          </a:lstStyle>
          <a:p>
            <a:pPr algn="l">
              <a:defRPr sz="1200" b="0">
                <a:solidFill>
                  <a:srgbClr val="63796E"/>
                </a:solidFill>
                <a:latin typeface="Arial"/>
                <a:ea typeface="Arial"/>
                <a:cs typeface="Arial"/>
              </a:defRPr>
            </a:pPr>
            <a:r>
              <a:rPr sz="1200" b="0">
                <a:solidFill>
                  <a:srgbClr val="63796E"/>
                </a:solidFill>
                <a:latin typeface="Arial"/>
                <a:ea typeface="Arial"/>
                <a:cs typeface="Arial"/>
              </a:rPr>
              <a:t>GROUP 43  /  FINAL PROJECT</a:t>
            </a:r>
          </a:p>
        </p:txBody>
      </p:sp>
      <p:sp>
        <p:nvSpPr>
          <p:cNvPr id="5" name="09">
            <a:extLst>
              <a:ext uri="{FF2B5EF4-FFF2-40B4-BE49-F238E27FC236}">
                <ns2:creationId id="{18A6763A-A287-45F0-B833-3DAA02FB94F1}"/>
              </a:ext>
            </a:extLst>
          </p:cNvPr>
          <p:cNvSpPr>
            <a:spLocks noGrp="1"/>
          </p:cNvSpPr>
          <p:nvPr/>
        </p:nvSpPr>
        <p:spPr>
          <a:xfrm>
            <a:off x="11049000" y="6372225"/>
            <a:ext cx="533400" cy="285750"/>
          </a:xfrm>
          <a:prstGeom prst="rect">
            <a:avLst/>
          </a:prstGeom>
          <a:noFill/>
          <a:ln w="0">
            <a:noFill/>
          </a:ln>
        </p:spPr>
        <p:txBody>
          <a:bodyPr wrap="square" lIns="0" tIns="0" rIns="0" bIns="0" anchor="t">
            <a:noAutofit/>
          </a:bodyPr>
          <a:lstStyle>
            <a:defPPr algn="r">
              <a:defRPr sz="1500" b="0">
                <a:solidFill>
                  <a:srgbClr val="63796E"/>
                </a:solidFill>
                <a:latin typeface="Arial"/>
                <a:ea typeface="Arial"/>
                <a:cs typeface="Arial"/>
              </a:defRPr>
            </a:defPPr>
            <a:lvl1pPr algn="r">
              <a:defRPr sz="1500" b="0">
                <a:solidFill>
                  <a:srgbClr val="63796E"/>
                </a:solidFill>
                <a:latin typeface="Arial"/>
                <a:ea typeface="Arial"/>
                <a:cs typeface="Arial"/>
              </a:defRPr>
            </a:lvl1pPr>
            <a:lvl2pPr algn="r">
              <a:defRPr sz="1500" b="0">
                <a:solidFill>
                  <a:srgbClr val="63796E"/>
                </a:solidFill>
                <a:latin typeface="Arial"/>
                <a:ea typeface="Arial"/>
                <a:cs typeface="Arial"/>
              </a:defRPr>
            </a:lvl2pPr>
            <a:lvl3pPr algn="r">
              <a:defRPr sz="1500" b="0">
                <a:solidFill>
                  <a:srgbClr val="63796E"/>
                </a:solidFill>
                <a:latin typeface="Arial"/>
                <a:ea typeface="Arial"/>
                <a:cs typeface="Arial"/>
              </a:defRPr>
            </a:lvl3pPr>
            <a:lvl4pPr algn="r">
              <a:defRPr sz="1500" b="0">
                <a:solidFill>
                  <a:srgbClr val="63796E"/>
                </a:solidFill>
                <a:latin typeface="Arial"/>
                <a:ea typeface="Arial"/>
                <a:cs typeface="Arial"/>
              </a:defRPr>
            </a:lvl4pPr>
            <a:lvl5pPr algn="r">
              <a:defRPr sz="1500" b="0">
                <a:solidFill>
                  <a:srgbClr val="63796E"/>
                </a:solidFill>
                <a:latin typeface="Arial"/>
                <a:ea typeface="Arial"/>
                <a:cs typeface="Arial"/>
              </a:defRPr>
            </a:lvl5pPr>
            <a:lvl6pPr algn="r">
              <a:defRPr sz="1500" b="0">
                <a:solidFill>
                  <a:srgbClr val="63796E"/>
                </a:solidFill>
                <a:latin typeface="Arial"/>
                <a:ea typeface="Arial"/>
                <a:cs typeface="Arial"/>
              </a:defRPr>
            </a:lvl6pPr>
            <a:lvl7pPr algn="r">
              <a:defRPr sz="1500" b="0">
                <a:solidFill>
                  <a:srgbClr val="63796E"/>
                </a:solidFill>
                <a:latin typeface="Arial"/>
                <a:ea typeface="Arial"/>
                <a:cs typeface="Arial"/>
              </a:defRPr>
            </a:lvl7pPr>
            <a:lvl8pPr algn="r">
              <a:defRPr sz="1500" b="0">
                <a:solidFill>
                  <a:srgbClr val="63796E"/>
                </a:solidFill>
                <a:latin typeface="Arial"/>
                <a:ea typeface="Arial"/>
                <a:cs typeface="Arial"/>
              </a:defRPr>
            </a:lvl8pPr>
            <a:lvl9pPr algn="r">
              <a:defRPr sz="1500" b="0">
                <a:solidFill>
                  <a:srgbClr val="63796E"/>
                </a:solidFill>
                <a:latin typeface="Arial"/>
                <a:ea typeface="Arial"/>
                <a:cs typeface="Arial"/>
              </a:defRPr>
            </a:lvl9pPr>
          </a:lstStyle>
          <a:p>
            <a:pPr algn="r">
              <a:defRPr sz="1500" b="0">
                <a:solidFill>
                  <a:srgbClr val="63796E"/>
                </a:solidFill>
                <a:latin typeface="Arial"/>
                <a:ea typeface="Arial"/>
                <a:cs typeface="Arial"/>
              </a:defRPr>
            </a:pPr>
            <a:r>
              <a:rPr sz="1500" b="0">
                <a:solidFill>
                  <a:srgbClr val="63796E"/>
                </a:solidFill>
                <a:latin typeface="Arial"/>
                <a:ea typeface="Arial"/>
                <a:cs typeface="Arial"/>
              </a:rPr>
              <a:t>09</a:t>
            </a:r>
          </a:p>
        </p:txBody>
      </p:sp>
      <p:graphicFrame>
        <p:nvGraphicFramePr>
          <p:cNvPr id="6" name="Chart">
            <a:extLst>
              <a:ext uri="{FF2B5EF4-FFF2-40B4-BE49-F238E27FC236}">
                <ns2:creationId id="{F9B0CB53-59EC-4B66-A66F-3D1A09270136}"/>
              </a:ext>
            </a:extLst>
          </p:cNvPr>
          <p:cNvGraphicFramePr/>
          <p:nvPr/>
        </p:nvGraphicFramePr>
        <p:xfrm>
          <a:off x="609600" y="1924050"/>
          <a:ext cx="7191375" cy="3619500"/>
        </p:xfrm>
        <a:graphic>
          <a:graphicData uri="http://schemas.openxmlformats.org/drawingml/2006/chart">
            <c:chart ns4:id="Rb6428ae19a5947cf"/>
          </a:graphicData>
        </a:graphic>
      </p:graphicFrame>
      <p:sp>
        <p:nvSpPr>
          <p:cNvPr id="7" name="Observed errors preserved">
            <a:extLst>
              <a:ext uri="{FF2B5EF4-FFF2-40B4-BE49-F238E27FC236}">
                <ns2:creationId id="{CAD558F6-DCDE-4C32-8300-CA02C3393B56}"/>
              </a:ext>
            </a:extLst>
          </p:cNvPr>
          <p:cNvSpPr>
            <a:spLocks noGrp="1"/>
          </p:cNvSpPr>
          <p:nvPr/>
        </p:nvSpPr>
        <p:spPr>
          <a:xfrm>
            <a:off x="8220075" y="1952625"/>
            <a:ext cx="3333750" cy="809625"/>
          </a:xfrm>
          <a:prstGeom prst="rect">
            <a:avLst/>
          </a:prstGeom>
          <a:noFill/>
          <a:ln w="0">
            <a:noFill/>
          </a:ln>
        </p:spPr>
        <p:txBody>
          <a:bodyPr wrap="square" lIns="0" tIns="0" rIns="0" bIns="0" anchor="t">
            <a:noAutofit/>
          </a:bodyPr>
          <a:lstStyle>
            <a:defPPr algn="l">
              <a:defRPr sz="2175" b="1">
                <a:solidFill>
                  <a:srgbClr val="22785F"/>
                </a:solidFill>
                <a:latin typeface="Arial"/>
                <a:ea typeface="Arial"/>
                <a:cs typeface="Arial"/>
              </a:defRPr>
            </a:defPPr>
            <a:lvl1pPr algn="l">
              <a:defRPr sz="2175" b="1">
                <a:solidFill>
                  <a:srgbClr val="22785F"/>
                </a:solidFill>
                <a:latin typeface="Arial"/>
                <a:ea typeface="Arial"/>
                <a:cs typeface="Arial"/>
              </a:defRPr>
            </a:lvl1pPr>
            <a:lvl2pPr algn="l">
              <a:defRPr sz="2175" b="1">
                <a:solidFill>
                  <a:srgbClr val="22785F"/>
                </a:solidFill>
                <a:latin typeface="Arial"/>
                <a:ea typeface="Arial"/>
                <a:cs typeface="Arial"/>
              </a:defRPr>
            </a:lvl2pPr>
            <a:lvl3pPr algn="l">
              <a:defRPr sz="2175" b="1">
                <a:solidFill>
                  <a:srgbClr val="22785F"/>
                </a:solidFill>
                <a:latin typeface="Arial"/>
                <a:ea typeface="Arial"/>
                <a:cs typeface="Arial"/>
              </a:defRPr>
            </a:lvl3pPr>
            <a:lvl4pPr algn="l">
              <a:defRPr sz="2175" b="1">
                <a:solidFill>
                  <a:srgbClr val="22785F"/>
                </a:solidFill>
                <a:latin typeface="Arial"/>
                <a:ea typeface="Arial"/>
                <a:cs typeface="Arial"/>
              </a:defRPr>
            </a:lvl4pPr>
            <a:lvl5pPr algn="l">
              <a:defRPr sz="2175" b="1">
                <a:solidFill>
                  <a:srgbClr val="22785F"/>
                </a:solidFill>
                <a:latin typeface="Arial"/>
                <a:ea typeface="Arial"/>
                <a:cs typeface="Arial"/>
              </a:defRPr>
            </a:lvl5pPr>
            <a:lvl6pPr algn="l">
              <a:defRPr sz="2175" b="1">
                <a:solidFill>
                  <a:srgbClr val="22785F"/>
                </a:solidFill>
                <a:latin typeface="Arial"/>
                <a:ea typeface="Arial"/>
                <a:cs typeface="Arial"/>
              </a:defRPr>
            </a:lvl6pPr>
            <a:lvl7pPr algn="l">
              <a:defRPr sz="2175" b="1">
                <a:solidFill>
                  <a:srgbClr val="22785F"/>
                </a:solidFill>
                <a:latin typeface="Arial"/>
                <a:ea typeface="Arial"/>
                <a:cs typeface="Arial"/>
              </a:defRPr>
            </a:lvl7pPr>
            <a:lvl8pPr algn="l">
              <a:defRPr sz="2175" b="1">
                <a:solidFill>
                  <a:srgbClr val="22785F"/>
                </a:solidFill>
                <a:latin typeface="Arial"/>
                <a:ea typeface="Arial"/>
                <a:cs typeface="Arial"/>
              </a:defRPr>
            </a:lvl8pPr>
            <a:lvl9pPr algn="l">
              <a:defRPr sz="2175" b="1">
                <a:solidFill>
                  <a:srgbClr val="22785F"/>
                </a:solidFill>
                <a:latin typeface="Arial"/>
                <a:ea typeface="Arial"/>
                <a:cs typeface="Arial"/>
              </a:defRPr>
            </a:lvl9pPr>
          </a:lstStyle>
          <a:p>
            <a:pPr algn="l">
              <a:defRPr sz="2175" b="1">
                <a:solidFill>
                  <a:srgbClr val="22785F"/>
                </a:solidFill>
                <a:latin typeface="Arial"/>
                <a:ea typeface="Arial"/>
                <a:cs typeface="Arial"/>
              </a:defRPr>
            </a:pPr>
            <a:r>
              <a:rPr sz="2175" b="1">
                <a:solidFill>
                  <a:srgbClr val="22785F"/>
                </a:solidFill>
                <a:latin typeface="Arial"/>
                <a:ea typeface="Arial"/>
                <a:cs typeface="Arial"/>
              </a:rPr>
              <a:t>Observed errors preserved</a:t>
            </a:r>
          </a:p>
        </p:txBody>
      </p:sp>
      <p:sp>
        <p:nvSpPr>
          <p:cNvPr id="8" name="Missing Step 4">
            <a:extLst>
              <a:ext uri="{FF2B5EF4-FFF2-40B4-BE49-F238E27FC236}">
                <ns2:creationId id="{5BE5F85B-075C-4BA0-810C-463759344F5A}"/>
              </a:ext>
            </a:extLst>
          </p:cNvPr>
          <p:cNvSpPr>
            <a:spLocks noGrp="1"/>
          </p:cNvSpPr>
          <p:nvPr/>
        </p:nvSpPr>
        <p:spPr>
          <a:xfrm>
            <a:off x="8220075" y="3181350"/>
            <a:ext cx="3333750" cy="381000"/>
          </a:xfrm>
          <a:prstGeom prst="rect">
            <a:avLst/>
          </a:prstGeom>
          <a:noFill/>
          <a:ln w="0">
            <a:noFill/>
          </a:ln>
        </p:spPr>
        <p:txBody>
          <a:bodyPr wrap="square" lIns="0" tIns="0" rIns="0" bIns="0" anchor="t">
            <a:noAutofit/>
          </a:bodyPr>
          <a:lstStyle>
            <a:defPPr algn="l">
              <a:defRPr sz="1800" b="0">
                <a:solidFill>
                  <a:srgbClr val="63796E"/>
                </a:solidFill>
                <a:latin typeface="Arial"/>
                <a:ea typeface="Arial"/>
                <a:cs typeface="Arial"/>
              </a:defRPr>
            </a:defPPr>
            <a:lvl1pPr algn="l">
              <a:defRPr sz="1800" b="0">
                <a:solidFill>
                  <a:srgbClr val="63796E"/>
                </a:solidFill>
                <a:latin typeface="Arial"/>
                <a:ea typeface="Arial"/>
                <a:cs typeface="Arial"/>
              </a:defRPr>
            </a:lvl1pPr>
            <a:lvl2pPr algn="l">
              <a:defRPr sz="1800" b="0">
                <a:solidFill>
                  <a:srgbClr val="63796E"/>
                </a:solidFill>
                <a:latin typeface="Arial"/>
                <a:ea typeface="Arial"/>
                <a:cs typeface="Arial"/>
              </a:defRPr>
            </a:lvl2pPr>
            <a:lvl3pPr algn="l">
              <a:defRPr sz="1800" b="0">
                <a:solidFill>
                  <a:srgbClr val="63796E"/>
                </a:solidFill>
                <a:latin typeface="Arial"/>
                <a:ea typeface="Arial"/>
                <a:cs typeface="Arial"/>
              </a:defRPr>
            </a:lvl3pPr>
            <a:lvl4pPr algn="l">
              <a:defRPr sz="1800" b="0">
                <a:solidFill>
                  <a:srgbClr val="63796E"/>
                </a:solidFill>
                <a:latin typeface="Arial"/>
                <a:ea typeface="Arial"/>
                <a:cs typeface="Arial"/>
              </a:defRPr>
            </a:lvl4pPr>
            <a:lvl5pPr algn="l">
              <a:defRPr sz="1800" b="0">
                <a:solidFill>
                  <a:srgbClr val="63796E"/>
                </a:solidFill>
                <a:latin typeface="Arial"/>
                <a:ea typeface="Arial"/>
                <a:cs typeface="Arial"/>
              </a:defRPr>
            </a:lvl5pPr>
            <a:lvl6pPr algn="l">
              <a:defRPr sz="1800" b="0">
                <a:solidFill>
                  <a:srgbClr val="63796E"/>
                </a:solidFill>
                <a:latin typeface="Arial"/>
                <a:ea typeface="Arial"/>
                <a:cs typeface="Arial"/>
              </a:defRPr>
            </a:lvl6pPr>
            <a:lvl7pPr algn="l">
              <a:defRPr sz="1800" b="0">
                <a:solidFill>
                  <a:srgbClr val="63796E"/>
                </a:solidFill>
                <a:latin typeface="Arial"/>
                <a:ea typeface="Arial"/>
                <a:cs typeface="Arial"/>
              </a:defRPr>
            </a:lvl7pPr>
            <a:lvl8pPr algn="l">
              <a:defRPr sz="1800" b="0">
                <a:solidFill>
                  <a:srgbClr val="63796E"/>
                </a:solidFill>
                <a:latin typeface="Arial"/>
                <a:ea typeface="Arial"/>
                <a:cs typeface="Arial"/>
              </a:defRPr>
            </a:lvl8pPr>
            <a:lvl9pPr algn="l">
              <a:defRPr sz="1800" b="0">
                <a:solidFill>
                  <a:srgbClr val="63796E"/>
                </a:solidFill>
                <a:latin typeface="Arial"/>
                <a:ea typeface="Arial"/>
                <a:cs typeface="Arial"/>
              </a:defRPr>
            </a:lvl9pPr>
          </a:lstStyle>
          <a:p>
            <a:pPr algn="l">
              <a:defRPr sz="1800" b="0">
                <a:solidFill>
                  <a:srgbClr val="63796E"/>
                </a:solidFill>
                <a:latin typeface="Arial"/>
                <a:ea typeface="Arial"/>
                <a:cs typeface="Arial"/>
              </a:defRPr>
            </a:pPr>
            <a:r>
              <a:rPr sz="1800" b="0">
                <a:solidFill>
                  <a:srgbClr val="63796E"/>
                </a:solidFill>
                <a:latin typeface="Arial"/>
                <a:ea typeface="Arial"/>
                <a:cs typeface="Arial"/>
              </a:rPr>
              <a:t>Missing Step 4</a:t>
            </a:r>
          </a:p>
        </p:txBody>
      </p:sp>
      <p:sp>
        <p:nvSpPr>
          <p:cNvPr id="9" name="1  2  3  5  6">
            <a:extLst>
              <a:ext uri="{FF2B5EF4-FFF2-40B4-BE49-F238E27FC236}">
                <ns2:creationId id="{C275AC42-9864-451C-9574-2D7E74F2DA65}"/>
              </a:ext>
            </a:extLst>
          </p:cNvPr>
          <p:cNvSpPr>
            <a:spLocks noGrp="1"/>
          </p:cNvSpPr>
          <p:nvPr/>
        </p:nvSpPr>
        <p:spPr>
          <a:xfrm>
            <a:off x="8220075" y="3648075"/>
            <a:ext cx="3333750" cy="523875"/>
          </a:xfrm>
          <a:prstGeom prst="rect">
            <a:avLst/>
          </a:prstGeom>
          <a:noFill/>
          <a:ln w="0">
            <a:noFill/>
          </a:ln>
        </p:spPr>
        <p:txBody>
          <a:bodyPr wrap="square" lIns="0" tIns="0" rIns="0" bIns="0" anchor="t">
            <a:noAutofit/>
          </a:bodyPr>
          <a:lstStyle>
            <a:defPPr algn="l">
              <a:defRPr sz="2475" b="1">
                <a:solidFill>
                  <a:srgbClr val="1D3B33"/>
                </a:solidFill>
                <a:latin typeface="Arial"/>
                <a:ea typeface="Arial"/>
                <a:cs typeface="Arial"/>
              </a:defRPr>
            </a:defPPr>
            <a:lvl1pPr algn="l">
              <a:defRPr sz="2475" b="1">
                <a:solidFill>
                  <a:srgbClr val="1D3B33"/>
                </a:solidFill>
                <a:latin typeface="Arial"/>
                <a:ea typeface="Arial"/>
                <a:cs typeface="Arial"/>
              </a:defRPr>
            </a:lvl1pPr>
            <a:lvl2pPr algn="l">
              <a:defRPr sz="2475" b="1">
                <a:solidFill>
                  <a:srgbClr val="1D3B33"/>
                </a:solidFill>
                <a:latin typeface="Arial"/>
                <a:ea typeface="Arial"/>
                <a:cs typeface="Arial"/>
              </a:defRPr>
            </a:lvl2pPr>
            <a:lvl3pPr algn="l">
              <a:defRPr sz="2475" b="1">
                <a:solidFill>
                  <a:srgbClr val="1D3B33"/>
                </a:solidFill>
                <a:latin typeface="Arial"/>
                <a:ea typeface="Arial"/>
                <a:cs typeface="Arial"/>
              </a:defRPr>
            </a:lvl3pPr>
            <a:lvl4pPr algn="l">
              <a:defRPr sz="2475" b="1">
                <a:solidFill>
                  <a:srgbClr val="1D3B33"/>
                </a:solidFill>
                <a:latin typeface="Arial"/>
                <a:ea typeface="Arial"/>
                <a:cs typeface="Arial"/>
              </a:defRPr>
            </a:lvl4pPr>
            <a:lvl5pPr algn="l">
              <a:defRPr sz="2475" b="1">
                <a:solidFill>
                  <a:srgbClr val="1D3B33"/>
                </a:solidFill>
                <a:latin typeface="Arial"/>
                <a:ea typeface="Arial"/>
                <a:cs typeface="Arial"/>
              </a:defRPr>
            </a:lvl5pPr>
            <a:lvl6pPr algn="l">
              <a:defRPr sz="2475" b="1">
                <a:solidFill>
                  <a:srgbClr val="1D3B33"/>
                </a:solidFill>
                <a:latin typeface="Arial"/>
                <a:ea typeface="Arial"/>
                <a:cs typeface="Arial"/>
              </a:defRPr>
            </a:lvl6pPr>
            <a:lvl7pPr algn="l">
              <a:defRPr sz="2475" b="1">
                <a:solidFill>
                  <a:srgbClr val="1D3B33"/>
                </a:solidFill>
                <a:latin typeface="Arial"/>
                <a:ea typeface="Arial"/>
                <a:cs typeface="Arial"/>
              </a:defRPr>
            </a:lvl7pPr>
            <a:lvl8pPr algn="l">
              <a:defRPr sz="2475" b="1">
                <a:solidFill>
                  <a:srgbClr val="1D3B33"/>
                </a:solidFill>
                <a:latin typeface="Arial"/>
                <a:ea typeface="Arial"/>
                <a:cs typeface="Arial"/>
              </a:defRPr>
            </a:lvl8pPr>
            <a:lvl9pPr algn="l">
              <a:defRPr sz="2475" b="1">
                <a:solidFill>
                  <a:srgbClr val="1D3B33"/>
                </a:solidFill>
                <a:latin typeface="Arial"/>
                <a:ea typeface="Arial"/>
                <a:cs typeface="Arial"/>
              </a:defRPr>
            </a:lvl9pPr>
          </a:lstStyle>
          <a:p>
            <a:pPr algn="l">
              <a:defRPr sz="2475" b="1">
                <a:solidFill>
                  <a:srgbClr val="1D3B33"/>
                </a:solidFill>
                <a:latin typeface="Arial"/>
                <a:ea typeface="Arial"/>
                <a:cs typeface="Arial"/>
              </a:defRPr>
            </a:pPr>
            <a:r>
              <a:rPr sz="2475" b="1">
                <a:solidFill>
                  <a:srgbClr val="1D3B33"/>
                </a:solidFill>
                <a:latin typeface="Arial"/>
                <a:ea typeface="Arial"/>
                <a:cs typeface="Arial"/>
              </a:rPr>
              <a:t>1  2  3  5  6</a:t>
            </a:r>
          </a:p>
        </p:txBody>
      </p:sp>
      <p:sp>
        <p:nvSpPr>
          <p:cNvPr id="10" name="Reordered sequence">
            <a:extLst>
              <a:ext uri="{FF2B5EF4-FFF2-40B4-BE49-F238E27FC236}">
                <ns2:creationId id="{6DCFCFDC-E99E-4298-831B-D22DF1D6810E}"/>
              </a:ext>
            </a:extLst>
          </p:cNvPr>
          <p:cNvSpPr>
            <a:spLocks noGrp="1"/>
          </p:cNvSpPr>
          <p:nvPr/>
        </p:nvSpPr>
        <p:spPr>
          <a:xfrm>
            <a:off x="8220075" y="4476750"/>
            <a:ext cx="3333750" cy="381000"/>
          </a:xfrm>
          <a:prstGeom prst="rect">
            <a:avLst/>
          </a:prstGeom>
          <a:noFill/>
          <a:ln w="0">
            <a:noFill/>
          </a:ln>
        </p:spPr>
        <p:txBody>
          <a:bodyPr wrap="square" lIns="0" tIns="0" rIns="0" bIns="0" anchor="t">
            <a:noAutofit/>
          </a:bodyPr>
          <a:lstStyle>
            <a:defPPr algn="l">
              <a:defRPr sz="1800" b="0">
                <a:solidFill>
                  <a:srgbClr val="63796E"/>
                </a:solidFill>
                <a:latin typeface="Arial"/>
                <a:ea typeface="Arial"/>
                <a:cs typeface="Arial"/>
              </a:defRPr>
            </a:defPPr>
            <a:lvl1pPr algn="l">
              <a:defRPr sz="1800" b="0">
                <a:solidFill>
                  <a:srgbClr val="63796E"/>
                </a:solidFill>
                <a:latin typeface="Arial"/>
                <a:ea typeface="Arial"/>
                <a:cs typeface="Arial"/>
              </a:defRPr>
            </a:lvl1pPr>
            <a:lvl2pPr algn="l">
              <a:defRPr sz="1800" b="0">
                <a:solidFill>
                  <a:srgbClr val="63796E"/>
                </a:solidFill>
                <a:latin typeface="Arial"/>
                <a:ea typeface="Arial"/>
                <a:cs typeface="Arial"/>
              </a:defRPr>
            </a:lvl2pPr>
            <a:lvl3pPr algn="l">
              <a:defRPr sz="1800" b="0">
                <a:solidFill>
                  <a:srgbClr val="63796E"/>
                </a:solidFill>
                <a:latin typeface="Arial"/>
                <a:ea typeface="Arial"/>
                <a:cs typeface="Arial"/>
              </a:defRPr>
            </a:lvl3pPr>
            <a:lvl4pPr algn="l">
              <a:defRPr sz="1800" b="0">
                <a:solidFill>
                  <a:srgbClr val="63796E"/>
                </a:solidFill>
                <a:latin typeface="Arial"/>
                <a:ea typeface="Arial"/>
                <a:cs typeface="Arial"/>
              </a:defRPr>
            </a:lvl4pPr>
            <a:lvl5pPr algn="l">
              <a:defRPr sz="1800" b="0">
                <a:solidFill>
                  <a:srgbClr val="63796E"/>
                </a:solidFill>
                <a:latin typeface="Arial"/>
                <a:ea typeface="Arial"/>
                <a:cs typeface="Arial"/>
              </a:defRPr>
            </a:lvl5pPr>
            <a:lvl6pPr algn="l">
              <a:defRPr sz="1800" b="0">
                <a:solidFill>
                  <a:srgbClr val="63796E"/>
                </a:solidFill>
                <a:latin typeface="Arial"/>
                <a:ea typeface="Arial"/>
                <a:cs typeface="Arial"/>
              </a:defRPr>
            </a:lvl6pPr>
            <a:lvl7pPr algn="l">
              <a:defRPr sz="1800" b="0">
                <a:solidFill>
                  <a:srgbClr val="63796E"/>
                </a:solidFill>
                <a:latin typeface="Arial"/>
                <a:ea typeface="Arial"/>
                <a:cs typeface="Arial"/>
              </a:defRPr>
            </a:lvl7pPr>
            <a:lvl8pPr algn="l">
              <a:defRPr sz="1800" b="0">
                <a:solidFill>
                  <a:srgbClr val="63796E"/>
                </a:solidFill>
                <a:latin typeface="Arial"/>
                <a:ea typeface="Arial"/>
                <a:cs typeface="Arial"/>
              </a:defRPr>
            </a:lvl8pPr>
            <a:lvl9pPr algn="l">
              <a:defRPr sz="1800" b="0">
                <a:solidFill>
                  <a:srgbClr val="63796E"/>
                </a:solidFill>
                <a:latin typeface="Arial"/>
                <a:ea typeface="Arial"/>
                <a:cs typeface="Arial"/>
              </a:defRPr>
            </a:lvl9pPr>
          </a:lstStyle>
          <a:p>
            <a:pPr algn="l">
              <a:defRPr sz="1800" b="0">
                <a:solidFill>
                  <a:srgbClr val="63796E"/>
                </a:solidFill>
                <a:latin typeface="Arial"/>
                <a:ea typeface="Arial"/>
                <a:cs typeface="Arial"/>
              </a:defRPr>
            </a:pPr>
            <a:r>
              <a:rPr sz="1800" b="0">
                <a:solidFill>
                  <a:srgbClr val="63796E"/>
                </a:solidFill>
                <a:latin typeface="Arial"/>
                <a:ea typeface="Arial"/>
                <a:cs typeface="Arial"/>
              </a:rPr>
              <a:t>Reordered sequence</a:t>
            </a:r>
          </a:p>
        </p:txBody>
      </p:sp>
      <p:sp>
        <p:nvSpPr>
          <p:cNvPr id="11" name="6  4  5  3  2  1">
            <a:extLst>
              <a:ext uri="{FF2B5EF4-FFF2-40B4-BE49-F238E27FC236}">
                <ns2:creationId id="{AB139615-7E62-418F-8000-B28EBE6F5E45}"/>
              </a:ext>
            </a:extLst>
          </p:cNvPr>
          <p:cNvSpPr>
            <a:spLocks noGrp="1"/>
          </p:cNvSpPr>
          <p:nvPr/>
        </p:nvSpPr>
        <p:spPr>
          <a:xfrm>
            <a:off x="8220075" y="4943475"/>
            <a:ext cx="3333750" cy="523875"/>
          </a:xfrm>
          <a:prstGeom prst="rect">
            <a:avLst/>
          </a:prstGeom>
          <a:noFill/>
          <a:ln w="0">
            <a:noFill/>
          </a:ln>
        </p:spPr>
        <p:txBody>
          <a:bodyPr wrap="square" lIns="0" tIns="0" rIns="0" bIns="0" anchor="t">
            <a:noAutofit/>
          </a:bodyPr>
          <a:lstStyle>
            <a:defPPr algn="l">
              <a:defRPr sz="2475" b="1">
                <a:solidFill>
                  <a:srgbClr val="1D3B33"/>
                </a:solidFill>
                <a:latin typeface="Arial"/>
                <a:ea typeface="Arial"/>
                <a:cs typeface="Arial"/>
              </a:defRPr>
            </a:defPPr>
            <a:lvl1pPr algn="l">
              <a:defRPr sz="2475" b="1">
                <a:solidFill>
                  <a:srgbClr val="1D3B33"/>
                </a:solidFill>
                <a:latin typeface="Arial"/>
                <a:ea typeface="Arial"/>
                <a:cs typeface="Arial"/>
              </a:defRPr>
            </a:lvl1pPr>
            <a:lvl2pPr algn="l">
              <a:defRPr sz="2475" b="1">
                <a:solidFill>
                  <a:srgbClr val="1D3B33"/>
                </a:solidFill>
                <a:latin typeface="Arial"/>
                <a:ea typeface="Arial"/>
                <a:cs typeface="Arial"/>
              </a:defRPr>
            </a:lvl2pPr>
            <a:lvl3pPr algn="l">
              <a:defRPr sz="2475" b="1">
                <a:solidFill>
                  <a:srgbClr val="1D3B33"/>
                </a:solidFill>
                <a:latin typeface="Arial"/>
                <a:ea typeface="Arial"/>
                <a:cs typeface="Arial"/>
              </a:defRPr>
            </a:lvl3pPr>
            <a:lvl4pPr algn="l">
              <a:defRPr sz="2475" b="1">
                <a:solidFill>
                  <a:srgbClr val="1D3B33"/>
                </a:solidFill>
                <a:latin typeface="Arial"/>
                <a:ea typeface="Arial"/>
                <a:cs typeface="Arial"/>
              </a:defRPr>
            </a:lvl4pPr>
            <a:lvl5pPr algn="l">
              <a:defRPr sz="2475" b="1">
                <a:solidFill>
                  <a:srgbClr val="1D3B33"/>
                </a:solidFill>
                <a:latin typeface="Arial"/>
                <a:ea typeface="Arial"/>
                <a:cs typeface="Arial"/>
              </a:defRPr>
            </a:lvl5pPr>
            <a:lvl6pPr algn="l">
              <a:defRPr sz="2475" b="1">
                <a:solidFill>
                  <a:srgbClr val="1D3B33"/>
                </a:solidFill>
                <a:latin typeface="Arial"/>
                <a:ea typeface="Arial"/>
                <a:cs typeface="Arial"/>
              </a:defRPr>
            </a:lvl6pPr>
            <a:lvl7pPr algn="l">
              <a:defRPr sz="2475" b="1">
                <a:solidFill>
                  <a:srgbClr val="1D3B33"/>
                </a:solidFill>
                <a:latin typeface="Arial"/>
                <a:ea typeface="Arial"/>
                <a:cs typeface="Arial"/>
              </a:defRPr>
            </a:lvl7pPr>
            <a:lvl8pPr algn="l">
              <a:defRPr sz="2475" b="1">
                <a:solidFill>
                  <a:srgbClr val="1D3B33"/>
                </a:solidFill>
                <a:latin typeface="Arial"/>
                <a:ea typeface="Arial"/>
                <a:cs typeface="Arial"/>
              </a:defRPr>
            </a:lvl8pPr>
            <a:lvl9pPr algn="l">
              <a:defRPr sz="2475" b="1">
                <a:solidFill>
                  <a:srgbClr val="1D3B33"/>
                </a:solidFill>
                <a:latin typeface="Arial"/>
                <a:ea typeface="Arial"/>
                <a:cs typeface="Arial"/>
              </a:defRPr>
            </a:lvl9pPr>
          </a:lstStyle>
          <a:p>
            <a:pPr algn="l">
              <a:defRPr sz="2475" b="1">
                <a:solidFill>
                  <a:srgbClr val="1D3B33"/>
                </a:solidFill>
                <a:latin typeface="Arial"/>
                <a:ea typeface="Arial"/>
                <a:cs typeface="Arial"/>
              </a:defRPr>
            </a:pPr>
            <a:r>
              <a:rPr sz="2475" b="1">
                <a:solidFill>
                  <a:srgbClr val="1D3B33"/>
                </a:solidFill>
                <a:latin typeface="Arial"/>
                <a:ea typeface="Arial"/>
                <a:cs typeface="Arial"/>
              </a:rPr>
              <a:t>6  4  5  3  2  1</a:t>
            </a:r>
          </a:p>
        </p:txBody>
      </p:sp>
      <p:sp>
        <p:nvSpPr>
          <p:cNvPr id="12" name="Only the proposed method applies adaptive confirmation to de">
            <a:extLst>
              <a:ext uri="{FF2B5EF4-FFF2-40B4-BE49-F238E27FC236}">
                <ns2:creationId id="{49F73F84-9ABF-42C7-9CD5-99B3F1BC16F7}"/>
              </a:ext>
            </a:extLst>
          </p:cNvPr>
          <p:cNvSpPr>
            <a:spLocks noGrp="1"/>
          </p:cNvSpPr>
          <p:nvPr/>
        </p:nvSpPr>
        <p:spPr>
          <a:xfrm>
            <a:off x="609600" y="5857875"/>
            <a:ext cx="10972800" cy="361950"/>
          </a:xfrm>
          <a:prstGeom prst="rect">
            <a:avLst/>
          </a:prstGeom>
          <a:noFill/>
          <a:ln w="0">
            <a:noFill/>
          </a:ln>
        </p:spPr>
        <p:txBody>
          <a:bodyPr wrap="square" lIns="0" tIns="0" rIns="0" bIns="0" anchor="t">
            <a:noAutofit/>
          </a:bodyPr>
          <a:lstStyle>
            <a:defPPr algn="l">
              <a:defRPr sz="1500" b="0">
                <a:solidFill>
                  <a:srgbClr val="63796E"/>
                </a:solidFill>
                <a:latin typeface="Arial"/>
                <a:ea typeface="Arial"/>
                <a:cs typeface="Arial"/>
              </a:defRPr>
            </a:defPPr>
            <a:lvl1pPr algn="l">
              <a:defRPr sz="1500" b="0">
                <a:solidFill>
                  <a:srgbClr val="63796E"/>
                </a:solidFill>
                <a:latin typeface="Arial"/>
                <a:ea typeface="Arial"/>
                <a:cs typeface="Arial"/>
              </a:defRPr>
            </a:lvl1pPr>
            <a:lvl2pPr algn="l">
              <a:defRPr sz="1500" b="0">
                <a:solidFill>
                  <a:srgbClr val="63796E"/>
                </a:solidFill>
                <a:latin typeface="Arial"/>
                <a:ea typeface="Arial"/>
                <a:cs typeface="Arial"/>
              </a:defRPr>
            </a:lvl2pPr>
            <a:lvl3pPr algn="l">
              <a:defRPr sz="1500" b="0">
                <a:solidFill>
                  <a:srgbClr val="63796E"/>
                </a:solidFill>
                <a:latin typeface="Arial"/>
                <a:ea typeface="Arial"/>
                <a:cs typeface="Arial"/>
              </a:defRPr>
            </a:lvl3pPr>
            <a:lvl4pPr algn="l">
              <a:defRPr sz="1500" b="0">
                <a:solidFill>
                  <a:srgbClr val="63796E"/>
                </a:solidFill>
                <a:latin typeface="Arial"/>
                <a:ea typeface="Arial"/>
                <a:cs typeface="Arial"/>
              </a:defRPr>
            </a:lvl4pPr>
            <a:lvl5pPr algn="l">
              <a:defRPr sz="1500" b="0">
                <a:solidFill>
                  <a:srgbClr val="63796E"/>
                </a:solidFill>
                <a:latin typeface="Arial"/>
                <a:ea typeface="Arial"/>
                <a:cs typeface="Arial"/>
              </a:defRPr>
            </a:lvl5pPr>
            <a:lvl6pPr algn="l">
              <a:defRPr sz="1500" b="0">
                <a:solidFill>
                  <a:srgbClr val="63796E"/>
                </a:solidFill>
                <a:latin typeface="Arial"/>
                <a:ea typeface="Arial"/>
                <a:cs typeface="Arial"/>
              </a:defRPr>
            </a:lvl6pPr>
            <a:lvl7pPr algn="l">
              <a:defRPr sz="1500" b="0">
                <a:solidFill>
                  <a:srgbClr val="63796E"/>
                </a:solidFill>
                <a:latin typeface="Arial"/>
                <a:ea typeface="Arial"/>
                <a:cs typeface="Arial"/>
              </a:defRPr>
            </a:lvl7pPr>
            <a:lvl8pPr algn="l">
              <a:defRPr sz="1500" b="0">
                <a:solidFill>
                  <a:srgbClr val="63796E"/>
                </a:solidFill>
                <a:latin typeface="Arial"/>
                <a:ea typeface="Arial"/>
                <a:cs typeface="Arial"/>
              </a:defRPr>
            </a:lvl8pPr>
            <a:lvl9pPr algn="l">
              <a:defRPr sz="1500" b="0">
                <a:solidFill>
                  <a:srgbClr val="63796E"/>
                </a:solidFill>
                <a:latin typeface="Arial"/>
                <a:ea typeface="Arial"/>
                <a:cs typeface="Arial"/>
              </a:defRPr>
            </a:lvl9pPr>
          </a:lstStyle>
          <a:p>
            <a:pPr algn="l">
              <a:defRPr sz="1500" b="0">
                <a:solidFill>
                  <a:srgbClr val="63796E"/>
                </a:solidFill>
                <a:latin typeface="Arial"/>
                <a:ea typeface="Arial"/>
                <a:cs typeface="Arial"/>
              </a:defRPr>
            </a:pPr>
            <a:r>
              <a:rPr sz="1500" b="0">
                <a:solidFill>
                  <a:srgbClr val="63796E"/>
                </a:solidFill>
                <a:latin typeface="Arial"/>
                <a:ea typeface="Arial"/>
                <a:cs typeface="Arial"/>
              </a:rPr>
              <a:t>Only the proposed method applies adaptive confirmation to dense 5 fps predictions.</a:t>
            </a:r>
          </a:p>
        </p:txBody>
      </p:sp>
      <p:sp>
        <p:nvSpPr>
          <p:cNvPr id="13" name="Chart value 2"/>
          <p:cNvSpPr>
            <a:spLocks noGrp="1"/>
          </p:cNvSpPr>
          <p:nvPr/>
        </p:nvSpPr>
        <p:spPr>
          <a:xfrm>
            <a:off x="1647825" y="4305300"/>
            <a:ext cx="400050" cy="342900"/>
          </a:xfrm>
          <a:prstGeom prst="rect">
            <a:avLst/>
          </a:prstGeom>
          <a:noFill/>
          <a:ln w="0">
            <a:noFill/>
          </a:ln>
        </p:spPr>
        <p:txBody>
          <a:bodyPr wrap="square" lIns="0" tIns="0" rIns="0" bIns="0" anchor="ctr">
            <a:noAutofit/>
          </a:bodyPr>
          <a:lstStyle>
            <a:defPPr algn="l">
              <a:defRPr sz="1950" b="1">
                <a:solidFill>
                  <a:srgbClr val="1D3B33"/>
                </a:solidFill>
                <a:latin typeface="Arial"/>
                <a:ea typeface="Arial"/>
                <a:cs typeface="Arial"/>
              </a:defRPr>
            </a:defPPr>
            <a:lvl1pPr algn="l">
              <a:defRPr sz="1950" b="1">
                <a:solidFill>
                  <a:srgbClr val="1D3B33"/>
                </a:solidFill>
                <a:latin typeface="Arial"/>
                <a:ea typeface="Arial"/>
                <a:cs typeface="Arial"/>
              </a:defRPr>
            </a:lvl1pPr>
            <a:lvl2pPr algn="l">
              <a:defRPr sz="1950" b="1">
                <a:solidFill>
                  <a:srgbClr val="1D3B33"/>
                </a:solidFill>
                <a:latin typeface="Arial"/>
                <a:ea typeface="Arial"/>
                <a:cs typeface="Arial"/>
              </a:defRPr>
            </a:lvl2pPr>
            <a:lvl3pPr algn="l">
              <a:defRPr sz="1950" b="1">
                <a:solidFill>
                  <a:srgbClr val="1D3B33"/>
                </a:solidFill>
                <a:latin typeface="Arial"/>
                <a:ea typeface="Arial"/>
                <a:cs typeface="Arial"/>
              </a:defRPr>
            </a:lvl3pPr>
            <a:lvl4pPr algn="l">
              <a:defRPr sz="1950" b="1">
                <a:solidFill>
                  <a:srgbClr val="1D3B33"/>
                </a:solidFill>
                <a:latin typeface="Arial"/>
                <a:ea typeface="Arial"/>
                <a:cs typeface="Arial"/>
              </a:defRPr>
            </a:lvl4pPr>
            <a:lvl5pPr algn="l">
              <a:defRPr sz="1950" b="1">
                <a:solidFill>
                  <a:srgbClr val="1D3B33"/>
                </a:solidFill>
                <a:latin typeface="Arial"/>
                <a:ea typeface="Arial"/>
                <a:cs typeface="Arial"/>
              </a:defRPr>
            </a:lvl5pPr>
            <a:lvl6pPr algn="l">
              <a:defRPr sz="1950" b="1">
                <a:solidFill>
                  <a:srgbClr val="1D3B33"/>
                </a:solidFill>
                <a:latin typeface="Arial"/>
                <a:ea typeface="Arial"/>
                <a:cs typeface="Arial"/>
              </a:defRPr>
            </a:lvl6pPr>
            <a:lvl7pPr algn="l">
              <a:defRPr sz="1950" b="1">
                <a:solidFill>
                  <a:srgbClr val="1D3B33"/>
                </a:solidFill>
                <a:latin typeface="Arial"/>
                <a:ea typeface="Arial"/>
                <a:cs typeface="Arial"/>
              </a:defRPr>
            </a:lvl7pPr>
            <a:lvl8pPr algn="l">
              <a:defRPr sz="1950" b="1">
                <a:solidFill>
                  <a:srgbClr val="1D3B33"/>
                </a:solidFill>
                <a:latin typeface="Arial"/>
                <a:ea typeface="Arial"/>
                <a:cs typeface="Arial"/>
              </a:defRPr>
            </a:lvl8pPr>
            <a:lvl9pPr algn="l">
              <a:defRPr sz="1950" b="1">
                <a:solidFill>
                  <a:srgbClr val="1D3B33"/>
                </a:solidFill>
                <a:latin typeface="Arial"/>
                <a:ea typeface="Arial"/>
                <a:cs typeface="Arial"/>
              </a:defRPr>
            </a:lvl9pPr>
          </a:lstStyle>
          <a:p>
            <a:pPr algn="ctr">
              <a:defRPr sz="1950" b="1">
                <a:solidFill>
                  <a:srgbClr val="1D3B33"/>
                </a:solidFill>
                <a:latin typeface="Arial"/>
                <a:ea typeface="Arial"/>
                <a:cs typeface="Arial"/>
              </a:defRPr>
            </a:pPr>
            <a:r>
              <a:rPr sz="1950" b="1">
                <a:solidFill>
                  <a:srgbClr val="1D3B33"/>
                </a:solidFill>
                <a:latin typeface="Arial"/>
                <a:ea typeface="Arial"/>
                <a:cs typeface="Arial"/>
              </a:rPr>
              <a:t>2</a:t>
            </a:r>
          </a:p>
        </p:txBody>
      </p:sp>
      <p:sp>
        <p:nvSpPr>
          <p:cNvPr id="14" name="Chart value 6"/>
          <p:cNvSpPr>
            <a:spLocks noGrp="1"/>
          </p:cNvSpPr>
          <p:nvPr/>
        </p:nvSpPr>
        <p:spPr>
          <a:xfrm>
            <a:off x="3305175" y="2981325"/>
            <a:ext cx="400050" cy="342900"/>
          </a:xfrm>
          <a:prstGeom prst="rect">
            <a:avLst/>
          </a:prstGeom>
          <a:noFill/>
          <a:ln w="0">
            <a:noFill/>
          </a:ln>
        </p:spPr>
        <p:txBody>
          <a:bodyPr wrap="square" lIns="0" tIns="0" rIns="0" bIns="0" anchor="ctr">
            <a:noAutofit/>
          </a:bodyPr>
          <a:lstStyle>
            <a:defPPr algn="l">
              <a:defRPr sz="1950" b="1">
                <a:solidFill>
                  <a:srgbClr val="1D3B33"/>
                </a:solidFill>
                <a:latin typeface="Arial"/>
                <a:ea typeface="Arial"/>
                <a:cs typeface="Arial"/>
              </a:defRPr>
            </a:defPPr>
            <a:lvl1pPr algn="l">
              <a:defRPr sz="1950" b="1">
                <a:solidFill>
                  <a:srgbClr val="1D3B33"/>
                </a:solidFill>
                <a:latin typeface="Arial"/>
                <a:ea typeface="Arial"/>
                <a:cs typeface="Arial"/>
              </a:defRPr>
            </a:lvl1pPr>
            <a:lvl2pPr algn="l">
              <a:defRPr sz="1950" b="1">
                <a:solidFill>
                  <a:srgbClr val="1D3B33"/>
                </a:solidFill>
                <a:latin typeface="Arial"/>
                <a:ea typeface="Arial"/>
                <a:cs typeface="Arial"/>
              </a:defRPr>
            </a:lvl2pPr>
            <a:lvl3pPr algn="l">
              <a:defRPr sz="1950" b="1">
                <a:solidFill>
                  <a:srgbClr val="1D3B33"/>
                </a:solidFill>
                <a:latin typeface="Arial"/>
                <a:ea typeface="Arial"/>
                <a:cs typeface="Arial"/>
              </a:defRPr>
            </a:lvl3pPr>
            <a:lvl4pPr algn="l">
              <a:defRPr sz="1950" b="1">
                <a:solidFill>
                  <a:srgbClr val="1D3B33"/>
                </a:solidFill>
                <a:latin typeface="Arial"/>
                <a:ea typeface="Arial"/>
                <a:cs typeface="Arial"/>
              </a:defRPr>
            </a:lvl4pPr>
            <a:lvl5pPr algn="l">
              <a:defRPr sz="1950" b="1">
                <a:solidFill>
                  <a:srgbClr val="1D3B33"/>
                </a:solidFill>
                <a:latin typeface="Arial"/>
                <a:ea typeface="Arial"/>
                <a:cs typeface="Arial"/>
              </a:defRPr>
            </a:lvl5pPr>
            <a:lvl6pPr algn="l">
              <a:defRPr sz="1950" b="1">
                <a:solidFill>
                  <a:srgbClr val="1D3B33"/>
                </a:solidFill>
                <a:latin typeface="Arial"/>
                <a:ea typeface="Arial"/>
                <a:cs typeface="Arial"/>
              </a:defRPr>
            </a:lvl6pPr>
            <a:lvl7pPr algn="l">
              <a:defRPr sz="1950" b="1">
                <a:solidFill>
                  <a:srgbClr val="1D3B33"/>
                </a:solidFill>
                <a:latin typeface="Arial"/>
                <a:ea typeface="Arial"/>
                <a:cs typeface="Arial"/>
              </a:defRPr>
            </a:lvl7pPr>
            <a:lvl8pPr algn="l">
              <a:defRPr sz="1950" b="1">
                <a:solidFill>
                  <a:srgbClr val="1D3B33"/>
                </a:solidFill>
                <a:latin typeface="Arial"/>
                <a:ea typeface="Arial"/>
                <a:cs typeface="Arial"/>
              </a:defRPr>
            </a:lvl8pPr>
            <a:lvl9pPr algn="l">
              <a:defRPr sz="1950" b="1">
                <a:solidFill>
                  <a:srgbClr val="1D3B33"/>
                </a:solidFill>
                <a:latin typeface="Arial"/>
                <a:ea typeface="Arial"/>
                <a:cs typeface="Arial"/>
              </a:defRPr>
            </a:lvl9pPr>
          </a:lstStyle>
          <a:p>
            <a:pPr algn="ctr">
              <a:defRPr sz="1950" b="1">
                <a:solidFill>
                  <a:srgbClr val="1D3B33"/>
                </a:solidFill>
                <a:latin typeface="Arial"/>
                <a:ea typeface="Arial"/>
                <a:cs typeface="Arial"/>
              </a:defRPr>
            </a:pPr>
            <a:r>
              <a:rPr sz="1950" b="1">
                <a:solidFill>
                  <a:srgbClr val="1D3B33"/>
                </a:solidFill>
                <a:latin typeface="Arial"/>
                <a:ea typeface="Arial"/>
                <a:cs typeface="Arial"/>
              </a:rPr>
              <a:t>6</a:t>
            </a:r>
          </a:p>
        </p:txBody>
      </p:sp>
      <p:sp>
        <p:nvSpPr>
          <p:cNvPr id="15" name="Chart value 10"/>
          <p:cNvSpPr>
            <a:spLocks noGrp="1"/>
          </p:cNvSpPr>
          <p:nvPr/>
        </p:nvSpPr>
        <p:spPr>
          <a:xfrm>
            <a:off x="4972050" y="1714500"/>
            <a:ext cx="400050" cy="342900"/>
          </a:xfrm>
          <a:prstGeom prst="rect">
            <a:avLst/>
          </a:prstGeom>
          <a:noFill/>
          <a:ln w="0">
            <a:noFill/>
          </a:ln>
        </p:spPr>
        <p:txBody>
          <a:bodyPr wrap="square" lIns="0" tIns="0" rIns="0" bIns="0" anchor="ctr">
            <a:noAutofit/>
          </a:bodyPr>
          <a:lstStyle>
            <a:defPPr algn="l">
              <a:defRPr sz="1950" b="1">
                <a:solidFill>
                  <a:srgbClr val="1D3B33"/>
                </a:solidFill>
                <a:latin typeface="Arial"/>
                <a:ea typeface="Arial"/>
                <a:cs typeface="Arial"/>
              </a:defRPr>
            </a:defPPr>
            <a:lvl1pPr algn="l">
              <a:defRPr sz="1950" b="1">
                <a:solidFill>
                  <a:srgbClr val="1D3B33"/>
                </a:solidFill>
                <a:latin typeface="Arial"/>
                <a:ea typeface="Arial"/>
                <a:cs typeface="Arial"/>
              </a:defRPr>
            </a:lvl1pPr>
            <a:lvl2pPr algn="l">
              <a:defRPr sz="1950" b="1">
                <a:solidFill>
                  <a:srgbClr val="1D3B33"/>
                </a:solidFill>
                <a:latin typeface="Arial"/>
                <a:ea typeface="Arial"/>
                <a:cs typeface="Arial"/>
              </a:defRPr>
            </a:lvl2pPr>
            <a:lvl3pPr algn="l">
              <a:defRPr sz="1950" b="1">
                <a:solidFill>
                  <a:srgbClr val="1D3B33"/>
                </a:solidFill>
                <a:latin typeface="Arial"/>
                <a:ea typeface="Arial"/>
                <a:cs typeface="Arial"/>
              </a:defRPr>
            </a:lvl3pPr>
            <a:lvl4pPr algn="l">
              <a:defRPr sz="1950" b="1">
                <a:solidFill>
                  <a:srgbClr val="1D3B33"/>
                </a:solidFill>
                <a:latin typeface="Arial"/>
                <a:ea typeface="Arial"/>
                <a:cs typeface="Arial"/>
              </a:defRPr>
            </a:lvl4pPr>
            <a:lvl5pPr algn="l">
              <a:defRPr sz="1950" b="1">
                <a:solidFill>
                  <a:srgbClr val="1D3B33"/>
                </a:solidFill>
                <a:latin typeface="Arial"/>
                <a:ea typeface="Arial"/>
                <a:cs typeface="Arial"/>
              </a:defRPr>
            </a:lvl5pPr>
            <a:lvl6pPr algn="l">
              <a:defRPr sz="1950" b="1">
                <a:solidFill>
                  <a:srgbClr val="1D3B33"/>
                </a:solidFill>
                <a:latin typeface="Arial"/>
                <a:ea typeface="Arial"/>
                <a:cs typeface="Arial"/>
              </a:defRPr>
            </a:lvl6pPr>
            <a:lvl7pPr algn="l">
              <a:defRPr sz="1950" b="1">
                <a:solidFill>
                  <a:srgbClr val="1D3B33"/>
                </a:solidFill>
                <a:latin typeface="Arial"/>
                <a:ea typeface="Arial"/>
                <a:cs typeface="Arial"/>
              </a:defRPr>
            </a:lvl7pPr>
            <a:lvl8pPr algn="l">
              <a:defRPr sz="1950" b="1">
                <a:solidFill>
                  <a:srgbClr val="1D3B33"/>
                </a:solidFill>
                <a:latin typeface="Arial"/>
                <a:ea typeface="Arial"/>
                <a:cs typeface="Arial"/>
              </a:defRPr>
            </a:lvl8pPr>
            <a:lvl9pPr algn="l">
              <a:defRPr sz="1950" b="1">
                <a:solidFill>
                  <a:srgbClr val="1D3B33"/>
                </a:solidFill>
                <a:latin typeface="Arial"/>
                <a:ea typeface="Arial"/>
                <a:cs typeface="Arial"/>
              </a:defRPr>
            </a:lvl9pPr>
          </a:lstStyle>
          <a:p>
            <a:pPr algn="ctr">
              <a:defRPr sz="1950" b="1">
                <a:solidFill>
                  <a:srgbClr val="1D3B33"/>
                </a:solidFill>
                <a:latin typeface="Arial"/>
                <a:ea typeface="Arial"/>
                <a:cs typeface="Arial"/>
              </a:defRPr>
            </a:pPr>
            <a:r>
              <a:rPr sz="1950" b="1">
                <a:solidFill>
                  <a:srgbClr val="1D3B33"/>
                </a:solidFill>
                <a:latin typeface="Arial"/>
                <a:ea typeface="Arial"/>
                <a:cs typeface="Arial"/>
              </a:rPr>
              <a:t>10</a:t>
            </a:r>
          </a:p>
        </p:txBody>
      </p:sp>
      <p:sp>
        <p:nvSpPr>
          <p:cNvPr id="16" name="Chart value 10"/>
          <p:cNvSpPr>
            <a:spLocks noGrp="1"/>
          </p:cNvSpPr>
          <p:nvPr/>
        </p:nvSpPr>
        <p:spPr>
          <a:xfrm>
            <a:off x="6629400" y="1714500"/>
            <a:ext cx="400050" cy="342900"/>
          </a:xfrm>
          <a:prstGeom prst="rect">
            <a:avLst/>
          </a:prstGeom>
          <a:noFill/>
          <a:ln w="0">
            <a:noFill/>
          </a:ln>
        </p:spPr>
        <p:txBody>
          <a:bodyPr wrap="square" lIns="0" tIns="0" rIns="0" bIns="0" anchor="ctr">
            <a:noAutofit/>
          </a:bodyPr>
          <a:lstStyle>
            <a:defPPr algn="l">
              <a:defRPr sz="1950" b="1">
                <a:solidFill>
                  <a:srgbClr val="1D3B33"/>
                </a:solidFill>
                <a:latin typeface="Arial"/>
                <a:ea typeface="Arial"/>
                <a:cs typeface="Arial"/>
              </a:defRPr>
            </a:defPPr>
            <a:lvl1pPr algn="l">
              <a:defRPr sz="1950" b="1">
                <a:solidFill>
                  <a:srgbClr val="1D3B33"/>
                </a:solidFill>
                <a:latin typeface="Arial"/>
                <a:ea typeface="Arial"/>
                <a:cs typeface="Arial"/>
              </a:defRPr>
            </a:lvl1pPr>
            <a:lvl2pPr algn="l">
              <a:defRPr sz="1950" b="1">
                <a:solidFill>
                  <a:srgbClr val="1D3B33"/>
                </a:solidFill>
                <a:latin typeface="Arial"/>
                <a:ea typeface="Arial"/>
                <a:cs typeface="Arial"/>
              </a:defRPr>
            </a:lvl2pPr>
            <a:lvl3pPr algn="l">
              <a:defRPr sz="1950" b="1">
                <a:solidFill>
                  <a:srgbClr val="1D3B33"/>
                </a:solidFill>
                <a:latin typeface="Arial"/>
                <a:ea typeface="Arial"/>
                <a:cs typeface="Arial"/>
              </a:defRPr>
            </a:lvl3pPr>
            <a:lvl4pPr algn="l">
              <a:defRPr sz="1950" b="1">
                <a:solidFill>
                  <a:srgbClr val="1D3B33"/>
                </a:solidFill>
                <a:latin typeface="Arial"/>
                <a:ea typeface="Arial"/>
                <a:cs typeface="Arial"/>
              </a:defRPr>
            </a:lvl4pPr>
            <a:lvl5pPr algn="l">
              <a:defRPr sz="1950" b="1">
                <a:solidFill>
                  <a:srgbClr val="1D3B33"/>
                </a:solidFill>
                <a:latin typeface="Arial"/>
                <a:ea typeface="Arial"/>
                <a:cs typeface="Arial"/>
              </a:defRPr>
            </a:lvl5pPr>
            <a:lvl6pPr algn="l">
              <a:defRPr sz="1950" b="1">
                <a:solidFill>
                  <a:srgbClr val="1D3B33"/>
                </a:solidFill>
                <a:latin typeface="Arial"/>
                <a:ea typeface="Arial"/>
                <a:cs typeface="Arial"/>
              </a:defRPr>
            </a:lvl6pPr>
            <a:lvl7pPr algn="l">
              <a:defRPr sz="1950" b="1">
                <a:solidFill>
                  <a:srgbClr val="1D3B33"/>
                </a:solidFill>
                <a:latin typeface="Arial"/>
                <a:ea typeface="Arial"/>
                <a:cs typeface="Arial"/>
              </a:defRPr>
            </a:lvl7pPr>
            <a:lvl8pPr algn="l">
              <a:defRPr sz="1950" b="1">
                <a:solidFill>
                  <a:srgbClr val="1D3B33"/>
                </a:solidFill>
                <a:latin typeface="Arial"/>
                <a:ea typeface="Arial"/>
                <a:cs typeface="Arial"/>
              </a:defRPr>
            </a:lvl8pPr>
            <a:lvl9pPr algn="l">
              <a:defRPr sz="1950" b="1">
                <a:solidFill>
                  <a:srgbClr val="1D3B33"/>
                </a:solidFill>
                <a:latin typeface="Arial"/>
                <a:ea typeface="Arial"/>
                <a:cs typeface="Arial"/>
              </a:defRPr>
            </a:lvl9pPr>
          </a:lstStyle>
          <a:p>
            <a:pPr algn="ctr">
              <a:defRPr sz="1950" b="1">
                <a:solidFill>
                  <a:srgbClr val="1D3B33"/>
                </a:solidFill>
                <a:latin typeface="Arial"/>
                <a:ea typeface="Arial"/>
                <a:cs typeface="Arial"/>
              </a:defRPr>
            </a:pPr>
            <a:r>
              <a:rPr sz="1950" b="1">
                <a:solidFill>
                  <a:srgbClr val="1D3B33"/>
                </a:solidFill>
                <a:latin typeface="Arial"/>
                <a:ea typeface="Arial"/>
                <a:cs typeface="Arial"/>
              </a:rPr>
              <a:t>10</a:t>
            </a:r>
          </a:p>
        </p:txBody>
      </p:sp>
    </p:spTree>
    <p:extLst>
      <p:ext uri="{BB962C8B-B14F-4D97-AF65-F5344CB8AC3E}">
        <ns5:creationId val="295759567"/>
      </p:ext>
    </p:extLst>
  </p:cSld>
</p:sld>
</file>

<file path=ppt/slides/slide10.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2" name="The local deployment choice">
            <a:extLst xmlns:a="http://schemas.openxmlformats.org/drawingml/2006/main">
              <a:ext uri="{FF2B5EF4-FFF2-40B4-BE49-F238E27FC236}">
                <a16:creationId xmlns:a16="http://schemas.microsoft.com/office/drawing/2014/main" id="{E4BE2C06-1B16-4D9A-91D1-4CF5C355043D}"/>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D3B33"/>
                </a:solidFill>
                <a:latin typeface="Arial"/>
                <a:ea typeface="Arial"/>
                <a:cs typeface="Arial"/>
              </a:defRPr>
            </a:defPPr>
            <a:lvl1pPr algn="l">
              <a:defRPr sz="3300" b="1">
                <a:solidFill>
                  <a:srgbClr val="1D3B33"/>
                </a:solidFill>
                <a:latin typeface="Arial"/>
                <a:ea typeface="Arial"/>
                <a:cs typeface="Arial"/>
              </a:defRPr>
            </a:lvl1pPr>
            <a:lvl2pPr algn="l">
              <a:defRPr sz="3300" b="1">
                <a:solidFill>
                  <a:srgbClr val="1D3B33"/>
                </a:solidFill>
                <a:latin typeface="Arial"/>
                <a:ea typeface="Arial"/>
                <a:cs typeface="Arial"/>
              </a:defRPr>
            </a:lvl2pPr>
            <a:lvl3pPr algn="l">
              <a:defRPr sz="3300" b="1">
                <a:solidFill>
                  <a:srgbClr val="1D3B33"/>
                </a:solidFill>
                <a:latin typeface="Arial"/>
                <a:ea typeface="Arial"/>
                <a:cs typeface="Arial"/>
              </a:defRPr>
            </a:lvl3pPr>
            <a:lvl4pPr algn="l">
              <a:defRPr sz="3300" b="1">
                <a:solidFill>
                  <a:srgbClr val="1D3B33"/>
                </a:solidFill>
                <a:latin typeface="Arial"/>
                <a:ea typeface="Arial"/>
                <a:cs typeface="Arial"/>
              </a:defRPr>
            </a:lvl4pPr>
            <a:lvl5pPr algn="l">
              <a:defRPr sz="3300" b="1">
                <a:solidFill>
                  <a:srgbClr val="1D3B33"/>
                </a:solidFill>
                <a:latin typeface="Arial"/>
                <a:ea typeface="Arial"/>
                <a:cs typeface="Arial"/>
              </a:defRPr>
            </a:lvl5pPr>
            <a:lvl6pPr algn="l">
              <a:defRPr sz="3300" b="1">
                <a:solidFill>
                  <a:srgbClr val="1D3B33"/>
                </a:solidFill>
                <a:latin typeface="Arial"/>
                <a:ea typeface="Arial"/>
                <a:cs typeface="Arial"/>
              </a:defRPr>
            </a:lvl6pPr>
            <a:lvl7pPr algn="l">
              <a:defRPr sz="3300" b="1">
                <a:solidFill>
                  <a:srgbClr val="1D3B33"/>
                </a:solidFill>
                <a:latin typeface="Arial"/>
                <a:ea typeface="Arial"/>
                <a:cs typeface="Arial"/>
              </a:defRPr>
            </a:lvl7pPr>
            <a:lvl8pPr algn="l">
              <a:defRPr sz="3300" b="1">
                <a:solidFill>
                  <a:srgbClr val="1D3B33"/>
                </a:solidFill>
                <a:latin typeface="Arial"/>
                <a:ea typeface="Arial"/>
                <a:cs typeface="Arial"/>
              </a:defRPr>
            </a:lvl8pPr>
            <a:lvl9pPr algn="l">
              <a:defRPr sz="3300" b="1">
                <a:solidFill>
                  <a:srgbClr val="1D3B33"/>
                </a:solidFill>
                <a:latin typeface="Arial"/>
                <a:ea typeface="Arial"/>
                <a:cs typeface="Arial"/>
              </a:defRPr>
            </a:lvl9pPr>
          </a:lstStyle>
          <a:p xmlns:a="http://schemas.openxmlformats.org/drawingml/2006/main">
            <a:pPr algn="l">
              <a:defRPr sz="3300" b="1">
                <a:solidFill>
                  <a:srgbClr val="1D3B33"/>
                </a:solidFill>
                <a:latin typeface="Arial"/>
                <a:ea typeface="Arial"/>
                <a:cs typeface="Arial"/>
              </a:defRPr>
            </a:pPr>
            <a:r>
              <a:rPr sz="3300" b="1">
                <a:solidFill>
                  <a:srgbClr val="1D3B33"/>
                </a:solidFill>
                <a:latin typeface="Arial"/>
                <a:ea typeface="Arial"/>
                <a:cs typeface="Arial"/>
              </a:rPr>
              <a:t>The local deployment choice</a:t>
            </a:r>
          </a:p>
        </p:txBody>
      </p:sp>
      <p:sp>
        <p:nvSpPr>
          <p:cNvPr id="3" name="Parameter count and temporal input requirements">
            <a:extLst xmlns:a="http://schemas.openxmlformats.org/drawingml/2006/main">
              <a:ext uri="{FF2B5EF4-FFF2-40B4-BE49-F238E27FC236}">
                <a16:creationId xmlns:a16="http://schemas.microsoft.com/office/drawing/2014/main" id="{0C973C67-A0F9-4DED-AF74-BE151DDE7FBD}"/>
              </a:ext>
            </a:extLst>
          </p:cNvPr>
          <p:cNvSpPr>
            <a:spLocks xmlns:a="http://schemas.openxmlformats.org/drawingml/2006/main" noGrp="1"/>
          </p:cNvSpPr>
          <p:nvPr/>
        </p:nvSpPr>
        <p:spPr>
          <a:xfrm xmlns:a="http://schemas.openxmlformats.org/drawingml/2006/main">
            <a:off x="609600" y="11525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796E"/>
                </a:solidFill>
                <a:latin typeface="Arial"/>
                <a:ea typeface="Arial"/>
                <a:cs typeface="Arial"/>
              </a:defRPr>
            </a:defPPr>
            <a:lvl1pPr algn="l">
              <a:defRPr sz="1800" b="0">
                <a:solidFill>
                  <a:srgbClr val="63796E"/>
                </a:solidFill>
                <a:latin typeface="Arial"/>
                <a:ea typeface="Arial"/>
                <a:cs typeface="Arial"/>
              </a:defRPr>
            </a:lvl1pPr>
            <a:lvl2pPr algn="l">
              <a:defRPr sz="1800" b="0">
                <a:solidFill>
                  <a:srgbClr val="63796E"/>
                </a:solidFill>
                <a:latin typeface="Arial"/>
                <a:ea typeface="Arial"/>
                <a:cs typeface="Arial"/>
              </a:defRPr>
            </a:lvl2pPr>
            <a:lvl3pPr algn="l">
              <a:defRPr sz="1800" b="0">
                <a:solidFill>
                  <a:srgbClr val="63796E"/>
                </a:solidFill>
                <a:latin typeface="Arial"/>
                <a:ea typeface="Arial"/>
                <a:cs typeface="Arial"/>
              </a:defRPr>
            </a:lvl3pPr>
            <a:lvl4pPr algn="l">
              <a:defRPr sz="1800" b="0">
                <a:solidFill>
                  <a:srgbClr val="63796E"/>
                </a:solidFill>
                <a:latin typeface="Arial"/>
                <a:ea typeface="Arial"/>
                <a:cs typeface="Arial"/>
              </a:defRPr>
            </a:lvl4pPr>
            <a:lvl5pPr algn="l">
              <a:defRPr sz="1800" b="0">
                <a:solidFill>
                  <a:srgbClr val="63796E"/>
                </a:solidFill>
                <a:latin typeface="Arial"/>
                <a:ea typeface="Arial"/>
                <a:cs typeface="Arial"/>
              </a:defRPr>
            </a:lvl5pPr>
            <a:lvl6pPr algn="l">
              <a:defRPr sz="1800" b="0">
                <a:solidFill>
                  <a:srgbClr val="63796E"/>
                </a:solidFill>
                <a:latin typeface="Arial"/>
                <a:ea typeface="Arial"/>
                <a:cs typeface="Arial"/>
              </a:defRPr>
            </a:lvl6pPr>
            <a:lvl7pPr algn="l">
              <a:defRPr sz="1800" b="0">
                <a:solidFill>
                  <a:srgbClr val="63796E"/>
                </a:solidFill>
                <a:latin typeface="Arial"/>
                <a:ea typeface="Arial"/>
                <a:cs typeface="Arial"/>
              </a:defRPr>
            </a:lvl7pPr>
            <a:lvl8pPr algn="l">
              <a:defRPr sz="1800" b="0">
                <a:solidFill>
                  <a:srgbClr val="63796E"/>
                </a:solidFill>
                <a:latin typeface="Arial"/>
                <a:ea typeface="Arial"/>
                <a:cs typeface="Arial"/>
              </a:defRPr>
            </a:lvl8pPr>
            <a:lvl9pPr algn="l">
              <a:defRPr sz="1800" b="0">
                <a:solidFill>
                  <a:srgbClr val="63796E"/>
                </a:solidFill>
                <a:latin typeface="Arial"/>
                <a:ea typeface="Arial"/>
                <a:cs typeface="Arial"/>
              </a:defRPr>
            </a:lvl9pPr>
          </a:lstStyle>
          <a:p xmlns:a="http://schemas.openxmlformats.org/drawingml/2006/main">
            <a:pPr algn="l">
              <a:defRPr sz="1800" b="0">
                <a:solidFill>
                  <a:srgbClr val="63796E"/>
                </a:solidFill>
                <a:latin typeface="Arial"/>
                <a:ea typeface="Arial"/>
                <a:cs typeface="Arial"/>
              </a:defRPr>
            </a:pPr>
            <a:r>
              <a:rPr sz="1800" b="0">
                <a:solidFill>
                  <a:srgbClr val="63796E"/>
                </a:solidFill>
                <a:latin typeface="Arial"/>
                <a:ea typeface="Arial"/>
                <a:cs typeface="Arial"/>
              </a:rPr>
              <a:t>Parameter count and temporal input requirements</a:t>
            </a:r>
          </a:p>
        </p:txBody>
      </p:sp>
      <p:sp>
        <p:nvSpPr>
          <p:cNvPr id="4" name="GROUP 43  /  FINAL PROJECT">
            <a:extLst xmlns:a="http://schemas.openxmlformats.org/drawingml/2006/main">
              <a:ext uri="{FF2B5EF4-FFF2-40B4-BE49-F238E27FC236}">
                <a16:creationId xmlns:a16="http://schemas.microsoft.com/office/drawing/2014/main" id="{DF4365C9-90BE-4E5A-A66A-CA3C7A88C89C}"/>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796E"/>
                </a:solidFill>
                <a:latin typeface="Arial"/>
                <a:ea typeface="Arial"/>
                <a:cs typeface="Arial"/>
              </a:defRPr>
            </a:defPPr>
            <a:lvl1pPr algn="l">
              <a:defRPr sz="1200" b="0">
                <a:solidFill>
                  <a:srgbClr val="63796E"/>
                </a:solidFill>
                <a:latin typeface="Arial"/>
                <a:ea typeface="Arial"/>
                <a:cs typeface="Arial"/>
              </a:defRPr>
            </a:lvl1pPr>
            <a:lvl2pPr algn="l">
              <a:defRPr sz="1200" b="0">
                <a:solidFill>
                  <a:srgbClr val="63796E"/>
                </a:solidFill>
                <a:latin typeface="Arial"/>
                <a:ea typeface="Arial"/>
                <a:cs typeface="Arial"/>
              </a:defRPr>
            </a:lvl2pPr>
            <a:lvl3pPr algn="l">
              <a:defRPr sz="1200" b="0">
                <a:solidFill>
                  <a:srgbClr val="63796E"/>
                </a:solidFill>
                <a:latin typeface="Arial"/>
                <a:ea typeface="Arial"/>
                <a:cs typeface="Arial"/>
              </a:defRPr>
            </a:lvl3pPr>
            <a:lvl4pPr algn="l">
              <a:defRPr sz="1200" b="0">
                <a:solidFill>
                  <a:srgbClr val="63796E"/>
                </a:solidFill>
                <a:latin typeface="Arial"/>
                <a:ea typeface="Arial"/>
                <a:cs typeface="Arial"/>
              </a:defRPr>
            </a:lvl4pPr>
            <a:lvl5pPr algn="l">
              <a:defRPr sz="1200" b="0">
                <a:solidFill>
                  <a:srgbClr val="63796E"/>
                </a:solidFill>
                <a:latin typeface="Arial"/>
                <a:ea typeface="Arial"/>
                <a:cs typeface="Arial"/>
              </a:defRPr>
            </a:lvl5pPr>
            <a:lvl6pPr algn="l">
              <a:defRPr sz="1200" b="0">
                <a:solidFill>
                  <a:srgbClr val="63796E"/>
                </a:solidFill>
                <a:latin typeface="Arial"/>
                <a:ea typeface="Arial"/>
                <a:cs typeface="Arial"/>
              </a:defRPr>
            </a:lvl6pPr>
            <a:lvl7pPr algn="l">
              <a:defRPr sz="1200" b="0">
                <a:solidFill>
                  <a:srgbClr val="63796E"/>
                </a:solidFill>
                <a:latin typeface="Arial"/>
                <a:ea typeface="Arial"/>
                <a:cs typeface="Arial"/>
              </a:defRPr>
            </a:lvl7pPr>
            <a:lvl8pPr algn="l">
              <a:defRPr sz="1200" b="0">
                <a:solidFill>
                  <a:srgbClr val="63796E"/>
                </a:solidFill>
                <a:latin typeface="Arial"/>
                <a:ea typeface="Arial"/>
                <a:cs typeface="Arial"/>
              </a:defRPr>
            </a:lvl8pPr>
            <a:lvl9pPr algn="l">
              <a:defRPr sz="1200" b="0">
                <a:solidFill>
                  <a:srgbClr val="63796E"/>
                </a:solidFill>
                <a:latin typeface="Arial"/>
                <a:ea typeface="Arial"/>
                <a:cs typeface="Arial"/>
              </a:defRPr>
            </a:lvl9pPr>
          </a:lstStyle>
          <a:p xmlns:a="http://schemas.openxmlformats.org/drawingml/2006/main">
            <a:pPr algn="l">
              <a:defRPr sz="1200" b="0">
                <a:solidFill>
                  <a:srgbClr val="63796E"/>
                </a:solidFill>
                <a:latin typeface="Arial"/>
                <a:ea typeface="Arial"/>
                <a:cs typeface="Arial"/>
              </a:defRPr>
            </a:pPr>
            <a:r>
              <a:rPr sz="1200" b="0">
                <a:solidFill>
                  <a:srgbClr val="63796E"/>
                </a:solidFill>
                <a:latin typeface="Arial"/>
                <a:ea typeface="Arial"/>
                <a:cs typeface="Arial"/>
              </a:rPr>
              <a:t>GROUP 43  /  FINAL PROJECT</a:t>
            </a:r>
          </a:p>
        </p:txBody>
      </p:sp>
      <p:sp>
        <p:nvSpPr>
          <p:cNvPr id="5" name="10">
            <a:extLst xmlns:a="http://schemas.openxmlformats.org/drawingml/2006/main">
              <a:ext uri="{FF2B5EF4-FFF2-40B4-BE49-F238E27FC236}">
                <a16:creationId xmlns:a16="http://schemas.microsoft.com/office/drawing/2014/main" id="{2BD79E34-5579-4411-98E7-023A6A66783C}"/>
              </a:ext>
            </a:extLst>
          </p:cNvPr>
          <p:cNvSpPr>
            <a:spLocks xmlns:a="http://schemas.openxmlformats.org/drawingml/2006/main" noGrp="1"/>
          </p:cNvSpPr>
          <p:nvPr/>
        </p:nvSpPr>
        <p:spPr>
          <a:xfrm xmlns:a="http://schemas.openxmlformats.org/drawingml/2006/main">
            <a:off x="11049000" y="63722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63796E"/>
                </a:solidFill>
                <a:latin typeface="Arial"/>
                <a:ea typeface="Arial"/>
                <a:cs typeface="Arial"/>
              </a:defRPr>
            </a:defPPr>
            <a:lvl1pPr algn="r">
              <a:defRPr sz="1500" b="0">
                <a:solidFill>
                  <a:srgbClr val="63796E"/>
                </a:solidFill>
                <a:latin typeface="Arial"/>
                <a:ea typeface="Arial"/>
                <a:cs typeface="Arial"/>
              </a:defRPr>
            </a:lvl1pPr>
            <a:lvl2pPr algn="r">
              <a:defRPr sz="1500" b="0">
                <a:solidFill>
                  <a:srgbClr val="63796E"/>
                </a:solidFill>
                <a:latin typeface="Arial"/>
                <a:ea typeface="Arial"/>
                <a:cs typeface="Arial"/>
              </a:defRPr>
            </a:lvl2pPr>
            <a:lvl3pPr algn="r">
              <a:defRPr sz="1500" b="0">
                <a:solidFill>
                  <a:srgbClr val="63796E"/>
                </a:solidFill>
                <a:latin typeface="Arial"/>
                <a:ea typeface="Arial"/>
                <a:cs typeface="Arial"/>
              </a:defRPr>
            </a:lvl3pPr>
            <a:lvl4pPr algn="r">
              <a:defRPr sz="1500" b="0">
                <a:solidFill>
                  <a:srgbClr val="63796E"/>
                </a:solidFill>
                <a:latin typeface="Arial"/>
                <a:ea typeface="Arial"/>
                <a:cs typeface="Arial"/>
              </a:defRPr>
            </a:lvl4pPr>
            <a:lvl5pPr algn="r">
              <a:defRPr sz="1500" b="0">
                <a:solidFill>
                  <a:srgbClr val="63796E"/>
                </a:solidFill>
                <a:latin typeface="Arial"/>
                <a:ea typeface="Arial"/>
                <a:cs typeface="Arial"/>
              </a:defRPr>
            </a:lvl5pPr>
            <a:lvl6pPr algn="r">
              <a:defRPr sz="1500" b="0">
                <a:solidFill>
                  <a:srgbClr val="63796E"/>
                </a:solidFill>
                <a:latin typeface="Arial"/>
                <a:ea typeface="Arial"/>
                <a:cs typeface="Arial"/>
              </a:defRPr>
            </a:lvl6pPr>
            <a:lvl7pPr algn="r">
              <a:defRPr sz="1500" b="0">
                <a:solidFill>
                  <a:srgbClr val="63796E"/>
                </a:solidFill>
                <a:latin typeface="Arial"/>
                <a:ea typeface="Arial"/>
                <a:cs typeface="Arial"/>
              </a:defRPr>
            </a:lvl7pPr>
            <a:lvl8pPr algn="r">
              <a:defRPr sz="1500" b="0">
                <a:solidFill>
                  <a:srgbClr val="63796E"/>
                </a:solidFill>
                <a:latin typeface="Arial"/>
                <a:ea typeface="Arial"/>
                <a:cs typeface="Arial"/>
              </a:defRPr>
            </a:lvl8pPr>
            <a:lvl9pPr algn="r">
              <a:defRPr sz="1500" b="0">
                <a:solidFill>
                  <a:srgbClr val="63796E"/>
                </a:solidFill>
                <a:latin typeface="Arial"/>
                <a:ea typeface="Arial"/>
                <a:cs typeface="Arial"/>
              </a:defRPr>
            </a:lvl9pPr>
          </a:lstStyle>
          <a:p xmlns:a="http://schemas.openxmlformats.org/drawingml/2006/main">
            <a:pPr algn="r">
              <a:defRPr sz="1500" b="0">
                <a:solidFill>
                  <a:srgbClr val="63796E"/>
                </a:solidFill>
                <a:latin typeface="Arial"/>
                <a:ea typeface="Arial"/>
                <a:cs typeface="Arial"/>
              </a:defRPr>
            </a:pPr>
            <a:r>
              <a:rPr sz="1500" b="0">
                <a:solidFill>
                  <a:srgbClr val="63796E"/>
                </a:solidFill>
                <a:latin typeface="Arial"/>
                <a:ea typeface="Arial"/>
                <a:cs typeface="Arial"/>
              </a:rPr>
              <a:t>10</a:t>
            </a:r>
          </a:p>
        </p:txBody>
      </p:sp>
      <p:graphicFrame>
        <p:nvGraphicFramePr>
          <p:cNvPr id="6" name="Chart">
            <a:extLst xmlns:a="http://schemas.openxmlformats.org/drawingml/2006/main">
              <a:ext uri="{FF2B5EF4-FFF2-40B4-BE49-F238E27FC236}">
                <a16:creationId xmlns:a16="http://schemas.microsoft.com/office/drawing/2014/main" id="{058A79FD-0C34-4ED7-A63D-5E0C041590C9}"/>
              </a:ext>
            </a:extLst>
          </p:cNvPr>
          <p:cNvGraphicFramePr/>
          <p:nvPr/>
        </p:nvGraphicFramePr>
        <p:xfrm>
          <a:off xmlns:a="http://schemas.openxmlformats.org/drawingml/2006/main" x="609600" y="1943100"/>
          <a:ext xmlns:a="http://schemas.openxmlformats.org/drawingml/2006/main" cx="6191250" cy="3429000"/>
        </p:xfrm>
        <a:graphic xmlns:a="http://schemas.openxmlformats.org/drawingml/2006/main">
          <a:graphicData uri="http://schemas.openxmlformats.org/drawingml/2006/chart">
            <c:chart xmlns:r="http://schemas.openxmlformats.org/officeDocument/2006/relationships" xmlns:c="http://schemas.openxmlformats.org/drawingml/2006/chart" r:id="R648647e9223b49a5"/>
          </a:graphicData>
        </a:graphic>
      </p:graphicFrame>
      <p:sp>
        <p:nvSpPr>
          <p:cNvPr id="7" name="Proposed">
            <a:extLst xmlns:a="http://schemas.openxmlformats.org/drawingml/2006/main">
              <a:ext uri="{FF2B5EF4-FFF2-40B4-BE49-F238E27FC236}">
                <a16:creationId xmlns:a16="http://schemas.microsoft.com/office/drawing/2014/main" id="{6BA1E535-F6B8-4EF3-8DCC-9E67A96EAA51}"/>
              </a:ext>
            </a:extLst>
          </p:cNvPr>
          <p:cNvSpPr>
            <a:spLocks xmlns:a="http://schemas.openxmlformats.org/drawingml/2006/main" noGrp="1"/>
          </p:cNvSpPr>
          <p:nvPr/>
        </p:nvSpPr>
        <p:spPr>
          <a:xfrm xmlns:a="http://schemas.openxmlformats.org/drawingml/2006/main">
            <a:off x="7620000" y="200977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85F"/>
                </a:solidFill>
                <a:latin typeface="Arial"/>
                <a:ea typeface="Arial"/>
                <a:cs typeface="Arial"/>
              </a:defRPr>
            </a:defPPr>
            <a:lvl1pPr algn="l">
              <a:defRPr sz="2250" b="1">
                <a:solidFill>
                  <a:srgbClr val="22785F"/>
                </a:solidFill>
                <a:latin typeface="Arial"/>
                <a:ea typeface="Arial"/>
                <a:cs typeface="Arial"/>
              </a:defRPr>
            </a:lvl1pPr>
            <a:lvl2pPr algn="l">
              <a:defRPr sz="2250" b="1">
                <a:solidFill>
                  <a:srgbClr val="22785F"/>
                </a:solidFill>
                <a:latin typeface="Arial"/>
                <a:ea typeface="Arial"/>
                <a:cs typeface="Arial"/>
              </a:defRPr>
            </a:lvl2pPr>
            <a:lvl3pPr algn="l">
              <a:defRPr sz="2250" b="1">
                <a:solidFill>
                  <a:srgbClr val="22785F"/>
                </a:solidFill>
                <a:latin typeface="Arial"/>
                <a:ea typeface="Arial"/>
                <a:cs typeface="Arial"/>
              </a:defRPr>
            </a:lvl3pPr>
            <a:lvl4pPr algn="l">
              <a:defRPr sz="2250" b="1">
                <a:solidFill>
                  <a:srgbClr val="22785F"/>
                </a:solidFill>
                <a:latin typeface="Arial"/>
                <a:ea typeface="Arial"/>
                <a:cs typeface="Arial"/>
              </a:defRPr>
            </a:lvl4pPr>
            <a:lvl5pPr algn="l">
              <a:defRPr sz="2250" b="1">
                <a:solidFill>
                  <a:srgbClr val="22785F"/>
                </a:solidFill>
                <a:latin typeface="Arial"/>
                <a:ea typeface="Arial"/>
                <a:cs typeface="Arial"/>
              </a:defRPr>
            </a:lvl5pPr>
            <a:lvl6pPr algn="l">
              <a:defRPr sz="2250" b="1">
                <a:solidFill>
                  <a:srgbClr val="22785F"/>
                </a:solidFill>
                <a:latin typeface="Arial"/>
                <a:ea typeface="Arial"/>
                <a:cs typeface="Arial"/>
              </a:defRPr>
            </a:lvl6pPr>
            <a:lvl7pPr algn="l">
              <a:defRPr sz="2250" b="1">
                <a:solidFill>
                  <a:srgbClr val="22785F"/>
                </a:solidFill>
                <a:latin typeface="Arial"/>
                <a:ea typeface="Arial"/>
                <a:cs typeface="Arial"/>
              </a:defRPr>
            </a:lvl7pPr>
            <a:lvl8pPr algn="l">
              <a:defRPr sz="2250" b="1">
                <a:solidFill>
                  <a:srgbClr val="22785F"/>
                </a:solidFill>
                <a:latin typeface="Arial"/>
                <a:ea typeface="Arial"/>
                <a:cs typeface="Arial"/>
              </a:defRPr>
            </a:lvl8pPr>
            <a:lvl9pPr algn="l">
              <a:defRPr sz="2250" b="1">
                <a:solidFill>
                  <a:srgbClr val="22785F"/>
                </a:solidFill>
                <a:latin typeface="Arial"/>
                <a:ea typeface="Arial"/>
                <a:cs typeface="Arial"/>
              </a:defRPr>
            </a:lvl9pPr>
          </a:lstStyle>
          <a:p xmlns:a="http://schemas.openxmlformats.org/drawingml/2006/main">
            <a:pPr algn="l">
              <a:defRPr sz="2250" b="1">
                <a:solidFill>
                  <a:srgbClr val="22785F"/>
                </a:solidFill>
                <a:latin typeface="Arial"/>
                <a:ea typeface="Arial"/>
                <a:cs typeface="Arial"/>
              </a:defRPr>
            </a:pPr>
            <a:r>
              <a:rPr sz="2250" b="1">
                <a:solidFill>
                  <a:srgbClr val="22785F"/>
                </a:solidFill>
                <a:latin typeface="Arial"/>
                <a:ea typeface="Arial"/>
                <a:cs typeface="Arial"/>
              </a:rPr>
              <a:t>Proposed</a:t>
            </a:r>
          </a:p>
        </p:txBody>
      </p:sp>
      <p:sp>
        <p:nvSpPr>
          <p:cNvPr id="8" name="One frame + recurrent state">
            <a:extLst xmlns:a="http://schemas.openxmlformats.org/drawingml/2006/main">
              <a:ext uri="{FF2B5EF4-FFF2-40B4-BE49-F238E27FC236}">
                <a16:creationId xmlns:a16="http://schemas.microsoft.com/office/drawing/2014/main" id="{7111EDFD-3D89-44BF-93C8-0C34953F20D7}"/>
              </a:ext>
            </a:extLst>
          </p:cNvPr>
          <p:cNvSpPr>
            <a:spLocks xmlns:a="http://schemas.openxmlformats.org/drawingml/2006/main" noGrp="1"/>
          </p:cNvSpPr>
          <p:nvPr/>
        </p:nvSpPr>
        <p:spPr>
          <a:xfrm xmlns:a="http://schemas.openxmlformats.org/drawingml/2006/main">
            <a:off x="7620000" y="25908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D3B33"/>
                </a:solidFill>
                <a:latin typeface="Arial"/>
                <a:ea typeface="Arial"/>
                <a:cs typeface="Arial"/>
              </a:defRPr>
            </a:defPPr>
            <a:lvl1pPr algn="l">
              <a:defRPr sz="2100" b="0">
                <a:solidFill>
                  <a:srgbClr val="1D3B33"/>
                </a:solidFill>
                <a:latin typeface="Arial"/>
                <a:ea typeface="Arial"/>
                <a:cs typeface="Arial"/>
              </a:defRPr>
            </a:lvl1pPr>
            <a:lvl2pPr algn="l">
              <a:defRPr sz="2100" b="0">
                <a:solidFill>
                  <a:srgbClr val="1D3B33"/>
                </a:solidFill>
                <a:latin typeface="Arial"/>
                <a:ea typeface="Arial"/>
                <a:cs typeface="Arial"/>
              </a:defRPr>
            </a:lvl2pPr>
            <a:lvl3pPr algn="l">
              <a:defRPr sz="2100" b="0">
                <a:solidFill>
                  <a:srgbClr val="1D3B33"/>
                </a:solidFill>
                <a:latin typeface="Arial"/>
                <a:ea typeface="Arial"/>
                <a:cs typeface="Arial"/>
              </a:defRPr>
            </a:lvl3pPr>
            <a:lvl4pPr algn="l">
              <a:defRPr sz="2100" b="0">
                <a:solidFill>
                  <a:srgbClr val="1D3B33"/>
                </a:solidFill>
                <a:latin typeface="Arial"/>
                <a:ea typeface="Arial"/>
                <a:cs typeface="Arial"/>
              </a:defRPr>
            </a:lvl4pPr>
            <a:lvl5pPr algn="l">
              <a:defRPr sz="2100" b="0">
                <a:solidFill>
                  <a:srgbClr val="1D3B33"/>
                </a:solidFill>
                <a:latin typeface="Arial"/>
                <a:ea typeface="Arial"/>
                <a:cs typeface="Arial"/>
              </a:defRPr>
            </a:lvl5pPr>
            <a:lvl6pPr algn="l">
              <a:defRPr sz="2100" b="0">
                <a:solidFill>
                  <a:srgbClr val="1D3B33"/>
                </a:solidFill>
                <a:latin typeface="Arial"/>
                <a:ea typeface="Arial"/>
                <a:cs typeface="Arial"/>
              </a:defRPr>
            </a:lvl6pPr>
            <a:lvl7pPr algn="l">
              <a:defRPr sz="2100" b="0">
                <a:solidFill>
                  <a:srgbClr val="1D3B33"/>
                </a:solidFill>
                <a:latin typeface="Arial"/>
                <a:ea typeface="Arial"/>
                <a:cs typeface="Arial"/>
              </a:defRPr>
            </a:lvl7pPr>
            <a:lvl8pPr algn="l">
              <a:defRPr sz="2100" b="0">
                <a:solidFill>
                  <a:srgbClr val="1D3B33"/>
                </a:solidFill>
                <a:latin typeface="Arial"/>
                <a:ea typeface="Arial"/>
                <a:cs typeface="Arial"/>
              </a:defRPr>
            </a:lvl8pPr>
            <a:lvl9pPr algn="l">
              <a:defRPr sz="2100" b="0">
                <a:solidFill>
                  <a:srgbClr val="1D3B33"/>
                </a:solidFill>
                <a:latin typeface="Arial"/>
                <a:ea typeface="Arial"/>
                <a:cs typeface="Arial"/>
              </a:defRPr>
            </a:lvl9pPr>
          </a:lstStyle>
          <a:p xmlns:a="http://schemas.openxmlformats.org/drawingml/2006/main">
            <a:pPr algn="l">
              <a:defRPr sz="2100" b="0">
                <a:solidFill>
                  <a:srgbClr val="1D3B33"/>
                </a:solidFill>
                <a:latin typeface="Arial"/>
                <a:ea typeface="Arial"/>
                <a:cs typeface="Arial"/>
              </a:defRPr>
            </a:pPr>
            <a:r>
              <a:rPr sz="2100" b="0">
                <a:solidFill>
                  <a:srgbClr val="1D3B33"/>
                </a:solidFill>
                <a:latin typeface="Arial"/>
                <a:ea typeface="Arial"/>
                <a:cs typeface="Arial"/>
              </a:rPr>
              <a:t>One frame + recurrent state</a:t>
            </a:r>
          </a:p>
        </p:txBody>
      </p:sp>
      <p:sp>
        <p:nvSpPr>
          <p:cNvPr id="9" name="VideoMAE">
            <a:extLst xmlns:a="http://schemas.openxmlformats.org/drawingml/2006/main">
              <a:ext uri="{FF2B5EF4-FFF2-40B4-BE49-F238E27FC236}">
                <a16:creationId xmlns:a16="http://schemas.microsoft.com/office/drawing/2014/main" id="{D3BC9DEF-1486-4843-A4FE-0F035A7F5A8B}"/>
              </a:ext>
            </a:extLst>
          </p:cNvPr>
          <p:cNvSpPr>
            <a:spLocks xmlns:a="http://schemas.openxmlformats.org/drawingml/2006/main" noGrp="1"/>
          </p:cNvSpPr>
          <p:nvPr/>
        </p:nvSpPr>
        <p:spPr>
          <a:xfrm xmlns:a="http://schemas.openxmlformats.org/drawingml/2006/main">
            <a:off x="7620000" y="376237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8C80A8"/>
                </a:solidFill>
                <a:latin typeface="Arial"/>
                <a:ea typeface="Arial"/>
                <a:cs typeface="Arial"/>
              </a:defRPr>
            </a:defPPr>
            <a:lvl1pPr algn="l">
              <a:defRPr sz="2250" b="1">
                <a:solidFill>
                  <a:srgbClr val="8C80A8"/>
                </a:solidFill>
                <a:latin typeface="Arial"/>
                <a:ea typeface="Arial"/>
                <a:cs typeface="Arial"/>
              </a:defRPr>
            </a:lvl1pPr>
            <a:lvl2pPr algn="l">
              <a:defRPr sz="2250" b="1">
                <a:solidFill>
                  <a:srgbClr val="8C80A8"/>
                </a:solidFill>
                <a:latin typeface="Arial"/>
                <a:ea typeface="Arial"/>
                <a:cs typeface="Arial"/>
              </a:defRPr>
            </a:lvl2pPr>
            <a:lvl3pPr algn="l">
              <a:defRPr sz="2250" b="1">
                <a:solidFill>
                  <a:srgbClr val="8C80A8"/>
                </a:solidFill>
                <a:latin typeface="Arial"/>
                <a:ea typeface="Arial"/>
                <a:cs typeface="Arial"/>
              </a:defRPr>
            </a:lvl3pPr>
            <a:lvl4pPr algn="l">
              <a:defRPr sz="2250" b="1">
                <a:solidFill>
                  <a:srgbClr val="8C80A8"/>
                </a:solidFill>
                <a:latin typeface="Arial"/>
                <a:ea typeface="Arial"/>
                <a:cs typeface="Arial"/>
              </a:defRPr>
            </a:lvl4pPr>
            <a:lvl5pPr algn="l">
              <a:defRPr sz="2250" b="1">
                <a:solidFill>
                  <a:srgbClr val="8C80A8"/>
                </a:solidFill>
                <a:latin typeface="Arial"/>
                <a:ea typeface="Arial"/>
                <a:cs typeface="Arial"/>
              </a:defRPr>
            </a:lvl5pPr>
            <a:lvl6pPr algn="l">
              <a:defRPr sz="2250" b="1">
                <a:solidFill>
                  <a:srgbClr val="8C80A8"/>
                </a:solidFill>
                <a:latin typeface="Arial"/>
                <a:ea typeface="Arial"/>
                <a:cs typeface="Arial"/>
              </a:defRPr>
            </a:lvl6pPr>
            <a:lvl7pPr algn="l">
              <a:defRPr sz="2250" b="1">
                <a:solidFill>
                  <a:srgbClr val="8C80A8"/>
                </a:solidFill>
                <a:latin typeface="Arial"/>
                <a:ea typeface="Arial"/>
                <a:cs typeface="Arial"/>
              </a:defRPr>
            </a:lvl7pPr>
            <a:lvl8pPr algn="l">
              <a:defRPr sz="2250" b="1">
                <a:solidFill>
                  <a:srgbClr val="8C80A8"/>
                </a:solidFill>
                <a:latin typeface="Arial"/>
                <a:ea typeface="Arial"/>
                <a:cs typeface="Arial"/>
              </a:defRPr>
            </a:lvl8pPr>
            <a:lvl9pPr algn="l">
              <a:defRPr sz="2250" b="1">
                <a:solidFill>
                  <a:srgbClr val="8C80A8"/>
                </a:solidFill>
                <a:latin typeface="Arial"/>
                <a:ea typeface="Arial"/>
                <a:cs typeface="Arial"/>
              </a:defRPr>
            </a:lvl9pPr>
          </a:lstStyle>
          <a:p xmlns:a="http://schemas.openxmlformats.org/drawingml/2006/main">
            <a:pPr algn="l">
              <a:defRPr sz="2250" b="1">
                <a:solidFill>
                  <a:srgbClr val="8C80A8"/>
                </a:solidFill>
                <a:latin typeface="Arial"/>
                <a:ea typeface="Arial"/>
                <a:cs typeface="Arial"/>
              </a:defRPr>
            </a:pPr>
            <a:r>
              <a:rPr sz="2250" b="1">
                <a:solidFill>
                  <a:srgbClr val="8C80A8"/>
                </a:solidFill>
                <a:latin typeface="Arial"/>
                <a:ea typeface="Arial"/>
                <a:cs typeface="Arial"/>
              </a:rPr>
              <a:t>VideoMAE</a:t>
            </a:r>
          </a:p>
        </p:txBody>
      </p:sp>
      <p:sp>
        <p:nvSpPr>
          <p:cNvPr id="10" name="16-frame window&#10;About 3 s of initial context">
            <a:extLst xmlns:a="http://schemas.openxmlformats.org/drawingml/2006/main">
              <a:ext uri="{FF2B5EF4-FFF2-40B4-BE49-F238E27FC236}">
                <a16:creationId xmlns:a16="http://schemas.microsoft.com/office/drawing/2014/main" id="{A3D1CB8B-5D87-42DA-8327-15BD14D62FD9}"/>
              </a:ext>
            </a:extLst>
          </p:cNvPr>
          <p:cNvSpPr>
            <a:spLocks xmlns:a="http://schemas.openxmlformats.org/drawingml/2006/main" noGrp="1"/>
          </p:cNvSpPr>
          <p:nvPr/>
        </p:nvSpPr>
        <p:spPr>
          <a:xfrm xmlns:a="http://schemas.openxmlformats.org/drawingml/2006/main">
            <a:off x="7620000" y="4343400"/>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D3B33"/>
                </a:solidFill>
                <a:latin typeface="Arial"/>
                <a:ea typeface="Arial"/>
                <a:cs typeface="Arial"/>
              </a:defRPr>
            </a:defPPr>
            <a:lvl1pPr algn="l">
              <a:defRPr sz="2025" b="0">
                <a:solidFill>
                  <a:srgbClr val="1D3B33"/>
                </a:solidFill>
                <a:latin typeface="Arial"/>
                <a:ea typeface="Arial"/>
                <a:cs typeface="Arial"/>
              </a:defRPr>
            </a:lvl1pPr>
            <a:lvl2pPr algn="l">
              <a:defRPr sz="2025" b="0">
                <a:solidFill>
                  <a:srgbClr val="1D3B33"/>
                </a:solidFill>
                <a:latin typeface="Arial"/>
                <a:ea typeface="Arial"/>
                <a:cs typeface="Arial"/>
              </a:defRPr>
            </a:lvl2pPr>
            <a:lvl3pPr algn="l">
              <a:defRPr sz="2025" b="0">
                <a:solidFill>
                  <a:srgbClr val="1D3B33"/>
                </a:solidFill>
                <a:latin typeface="Arial"/>
                <a:ea typeface="Arial"/>
                <a:cs typeface="Arial"/>
              </a:defRPr>
            </a:lvl3pPr>
            <a:lvl4pPr algn="l">
              <a:defRPr sz="2025" b="0">
                <a:solidFill>
                  <a:srgbClr val="1D3B33"/>
                </a:solidFill>
                <a:latin typeface="Arial"/>
                <a:ea typeface="Arial"/>
                <a:cs typeface="Arial"/>
              </a:defRPr>
            </a:lvl4pPr>
            <a:lvl5pPr algn="l">
              <a:defRPr sz="2025" b="0">
                <a:solidFill>
                  <a:srgbClr val="1D3B33"/>
                </a:solidFill>
                <a:latin typeface="Arial"/>
                <a:ea typeface="Arial"/>
                <a:cs typeface="Arial"/>
              </a:defRPr>
            </a:lvl5pPr>
            <a:lvl6pPr algn="l">
              <a:defRPr sz="2025" b="0">
                <a:solidFill>
                  <a:srgbClr val="1D3B33"/>
                </a:solidFill>
                <a:latin typeface="Arial"/>
                <a:ea typeface="Arial"/>
                <a:cs typeface="Arial"/>
              </a:defRPr>
            </a:lvl6pPr>
            <a:lvl7pPr algn="l">
              <a:defRPr sz="2025" b="0">
                <a:solidFill>
                  <a:srgbClr val="1D3B33"/>
                </a:solidFill>
                <a:latin typeface="Arial"/>
                <a:ea typeface="Arial"/>
                <a:cs typeface="Arial"/>
              </a:defRPr>
            </a:lvl7pPr>
            <a:lvl8pPr algn="l">
              <a:defRPr sz="2025" b="0">
                <a:solidFill>
                  <a:srgbClr val="1D3B33"/>
                </a:solidFill>
                <a:latin typeface="Arial"/>
                <a:ea typeface="Arial"/>
                <a:cs typeface="Arial"/>
              </a:defRPr>
            </a:lvl8pPr>
            <a:lvl9pPr algn="l">
              <a:defRPr sz="2025" b="0">
                <a:solidFill>
                  <a:srgbClr val="1D3B33"/>
                </a:solidFill>
                <a:latin typeface="Arial"/>
                <a:ea typeface="Arial"/>
                <a:cs typeface="Arial"/>
              </a:defRPr>
            </a:lvl9pPr>
          </a:lstStyle>
          <a:p xmlns:a="http://schemas.openxmlformats.org/drawingml/2006/main">
            <a:pPr algn="l">
              <a:defRPr sz="2025" b="0">
                <a:solidFill>
                  <a:srgbClr val="1D3B33"/>
                </a:solidFill>
                <a:latin typeface="Arial"/>
                <a:ea typeface="Arial"/>
                <a:cs typeface="Arial"/>
              </a:defRPr>
            </a:pPr>
            <a:r>
              <a:rPr sz="2025" b="0">
                <a:solidFill>
                  <a:srgbClr val="1D3B33"/>
                </a:solidFill>
                <a:latin typeface="Arial"/>
                <a:ea typeface="Arial"/>
                <a:cs typeface="Arial"/>
              </a:rPr>
              <a:t>16-frame window</a:t>
            </a:r>
          </a:p>
          <a:p xmlns:a="http://schemas.openxmlformats.org/drawingml/2006/main">
            <a:pPr algn="l">
              <a:defRPr sz="2025" b="0">
                <a:solidFill>
                  <a:srgbClr val="1D3B33"/>
                </a:solidFill>
                <a:latin typeface="Arial"/>
                <a:ea typeface="Arial"/>
                <a:cs typeface="Arial"/>
              </a:defRPr>
            </a:pPr>
            <a:r>
              <a:rPr sz="2025" b="0">
                <a:solidFill>
                  <a:srgbClr val="1D3B33"/>
                </a:solidFill>
                <a:latin typeface="Arial"/>
                <a:ea typeface="Arial"/>
                <a:cs typeface="Arial"/>
              </a:rPr>
              <a:t>About 3 s of initial context</a:t>
            </a:r>
          </a:p>
        </p:txBody>
      </p:sp>
      <p:sp>
        <p:nvSpPr>
          <p:cNvPr id="11" name="VideoMAE can stream delayed predictions. Parameter count alo">
            <a:extLst xmlns:a="http://schemas.openxmlformats.org/drawingml/2006/main">
              <a:ext uri="{FF2B5EF4-FFF2-40B4-BE49-F238E27FC236}">
                <a16:creationId xmlns:a16="http://schemas.microsoft.com/office/drawing/2014/main" id="{C245A5BE-5CF1-42CE-A430-E40C0FBC79FC}"/>
              </a:ext>
            </a:extLst>
          </p:cNvPr>
          <p:cNvSpPr>
            <a:spLocks xmlns:a="http://schemas.openxmlformats.org/drawingml/2006/main" noGrp="1"/>
          </p:cNvSpPr>
          <p:nvPr/>
        </p:nvSpPr>
        <p:spPr>
          <a:xfrm xmlns:a="http://schemas.openxmlformats.org/drawingml/2006/main">
            <a:off x="609600" y="5857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96E"/>
                </a:solidFill>
                <a:latin typeface="Arial"/>
                <a:ea typeface="Arial"/>
                <a:cs typeface="Arial"/>
              </a:defRPr>
            </a:defPPr>
            <a:lvl1pPr algn="l">
              <a:defRPr sz="1500" b="0">
                <a:solidFill>
                  <a:srgbClr val="63796E"/>
                </a:solidFill>
                <a:latin typeface="Arial"/>
                <a:ea typeface="Arial"/>
                <a:cs typeface="Arial"/>
              </a:defRPr>
            </a:lvl1pPr>
            <a:lvl2pPr algn="l">
              <a:defRPr sz="1500" b="0">
                <a:solidFill>
                  <a:srgbClr val="63796E"/>
                </a:solidFill>
                <a:latin typeface="Arial"/>
                <a:ea typeface="Arial"/>
                <a:cs typeface="Arial"/>
              </a:defRPr>
            </a:lvl2pPr>
            <a:lvl3pPr algn="l">
              <a:defRPr sz="1500" b="0">
                <a:solidFill>
                  <a:srgbClr val="63796E"/>
                </a:solidFill>
                <a:latin typeface="Arial"/>
                <a:ea typeface="Arial"/>
                <a:cs typeface="Arial"/>
              </a:defRPr>
            </a:lvl3pPr>
            <a:lvl4pPr algn="l">
              <a:defRPr sz="1500" b="0">
                <a:solidFill>
                  <a:srgbClr val="63796E"/>
                </a:solidFill>
                <a:latin typeface="Arial"/>
                <a:ea typeface="Arial"/>
                <a:cs typeface="Arial"/>
              </a:defRPr>
            </a:lvl4pPr>
            <a:lvl5pPr algn="l">
              <a:defRPr sz="1500" b="0">
                <a:solidFill>
                  <a:srgbClr val="63796E"/>
                </a:solidFill>
                <a:latin typeface="Arial"/>
                <a:ea typeface="Arial"/>
                <a:cs typeface="Arial"/>
              </a:defRPr>
            </a:lvl5pPr>
            <a:lvl6pPr algn="l">
              <a:defRPr sz="1500" b="0">
                <a:solidFill>
                  <a:srgbClr val="63796E"/>
                </a:solidFill>
                <a:latin typeface="Arial"/>
                <a:ea typeface="Arial"/>
                <a:cs typeface="Arial"/>
              </a:defRPr>
            </a:lvl6pPr>
            <a:lvl7pPr algn="l">
              <a:defRPr sz="1500" b="0">
                <a:solidFill>
                  <a:srgbClr val="63796E"/>
                </a:solidFill>
                <a:latin typeface="Arial"/>
                <a:ea typeface="Arial"/>
                <a:cs typeface="Arial"/>
              </a:defRPr>
            </a:lvl7pPr>
            <a:lvl8pPr algn="l">
              <a:defRPr sz="1500" b="0">
                <a:solidFill>
                  <a:srgbClr val="63796E"/>
                </a:solidFill>
                <a:latin typeface="Arial"/>
                <a:ea typeface="Arial"/>
                <a:cs typeface="Arial"/>
              </a:defRPr>
            </a:lvl8pPr>
            <a:lvl9pPr algn="l">
              <a:defRPr sz="1500" b="0">
                <a:solidFill>
                  <a:srgbClr val="63796E"/>
                </a:solidFill>
                <a:latin typeface="Arial"/>
                <a:ea typeface="Arial"/>
                <a:cs typeface="Arial"/>
              </a:defRPr>
            </a:lvl9pPr>
          </a:lstStyle>
          <a:p xmlns:a="http://schemas.openxmlformats.org/drawingml/2006/main">
            <a:pPr algn="l">
              <a:defRPr sz="1500" b="0">
                <a:solidFill>
                  <a:srgbClr val="63796E"/>
                </a:solidFill>
                <a:latin typeface="Arial"/>
                <a:ea typeface="Arial"/>
                <a:cs typeface="Arial"/>
              </a:defRPr>
            </a:pPr>
            <a:r>
              <a:rPr sz="1500" b="0">
                <a:solidFill>
                  <a:srgbClr val="63796E"/>
                </a:solidFill>
                <a:latin typeface="Arial"/>
                <a:ea typeface="Arial"/>
                <a:cs typeface="Arial"/>
              </a:rPr>
              <a:t>VideoMAE can stream delayed predictions. Parameter count alone does not establish runtime speed.</a:t>
            </a:r>
          </a:p>
        </p:txBody>
      </p:sp>
    </p:spTree>
    <p:extLst>
      <p:ext uri="{BB962C8B-B14F-4D97-AF65-F5344CB8AC3E}">
        <p14:creationId xmlns:p14="http://schemas.microsoft.com/office/powerpoint/2010/main" val="187744237"/>
      </p:ext>
    </p:extLst>
  </p:cSld>
</p:sld>
</file>

<file path=ppt/slides/slide11.xml><?xml version="1.0" encoding="utf-8"?>
<p:sld xmlns:p="http://schemas.openxmlformats.org/presentationml/2006/main">
  <p:cSld>
    <p:bg>
      <p:bgPr>
        <a:solidFill xmlns:a="http://schemas.openxmlformats.org/drawingml/2006/main">
          <a:srgbClr val="1D3B33"/>
        </a:solidFill>
      </p:bgPr>
    </p:bg>
    <p:spTree>
      <p:nvGrpSpPr>
        <p:cNvPr id="1" name=""/>
        <p:cNvGrpSpPr/>
        <p:nvPr/>
      </p:nvGrpSpPr>
      <p:grpSpPr>
        <a:xfrm xmlns:a="http://schemas.openxmlformats.org/drawingml/2006/main"/>
      </p:grpSpPr>
      <p:sp>
        <p:nvSpPr>
          <p:cNvPr id="2" name="GROUP 43  /  FINAL PROJECT">
            <a:extLst xmlns:a="http://schemas.openxmlformats.org/drawingml/2006/main">
              <a:ext uri="{FF2B5EF4-FFF2-40B4-BE49-F238E27FC236}">
                <a16:creationId xmlns:a16="http://schemas.microsoft.com/office/drawing/2014/main" id="{2718B749-3B43-47C1-91AA-21B3C39D32C1}"/>
              </a:ext>
            </a:extLst>
          </p:cNvPr>
          <p:cNvSpPr>
            <a:spLocks xmlns:a="http://schemas.openxmlformats.org/drawingml/2006/main" noGrp="1"/>
          </p:cNvSpPr>
          <p:nvPr/>
        </p:nvSpPr>
        <p:spPr>
          <a:xfrm xmlns:a="http://schemas.openxmlformats.org/drawingml/2006/main">
            <a:off x="609600" y="6400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94B6A2"/>
                </a:solidFill>
                <a:latin typeface="Arial"/>
                <a:ea typeface="Arial"/>
                <a:cs typeface="Arial"/>
              </a:defRPr>
            </a:defPPr>
            <a:lvl1pPr algn="l">
              <a:defRPr sz="1200" b="0">
                <a:solidFill>
                  <a:srgbClr val="94B6A2"/>
                </a:solidFill>
                <a:latin typeface="Arial"/>
                <a:ea typeface="Arial"/>
                <a:cs typeface="Arial"/>
              </a:defRPr>
            </a:lvl1pPr>
            <a:lvl2pPr algn="l">
              <a:defRPr sz="1200" b="0">
                <a:solidFill>
                  <a:srgbClr val="94B6A2"/>
                </a:solidFill>
                <a:latin typeface="Arial"/>
                <a:ea typeface="Arial"/>
                <a:cs typeface="Arial"/>
              </a:defRPr>
            </a:lvl2pPr>
            <a:lvl3pPr algn="l">
              <a:defRPr sz="1200" b="0">
                <a:solidFill>
                  <a:srgbClr val="94B6A2"/>
                </a:solidFill>
                <a:latin typeface="Arial"/>
                <a:ea typeface="Arial"/>
                <a:cs typeface="Arial"/>
              </a:defRPr>
            </a:lvl3pPr>
            <a:lvl4pPr algn="l">
              <a:defRPr sz="1200" b="0">
                <a:solidFill>
                  <a:srgbClr val="94B6A2"/>
                </a:solidFill>
                <a:latin typeface="Arial"/>
                <a:ea typeface="Arial"/>
                <a:cs typeface="Arial"/>
              </a:defRPr>
            </a:lvl4pPr>
            <a:lvl5pPr algn="l">
              <a:defRPr sz="1200" b="0">
                <a:solidFill>
                  <a:srgbClr val="94B6A2"/>
                </a:solidFill>
                <a:latin typeface="Arial"/>
                <a:ea typeface="Arial"/>
                <a:cs typeface="Arial"/>
              </a:defRPr>
            </a:lvl5pPr>
            <a:lvl6pPr algn="l">
              <a:defRPr sz="1200" b="0">
                <a:solidFill>
                  <a:srgbClr val="94B6A2"/>
                </a:solidFill>
                <a:latin typeface="Arial"/>
                <a:ea typeface="Arial"/>
                <a:cs typeface="Arial"/>
              </a:defRPr>
            </a:lvl6pPr>
            <a:lvl7pPr algn="l">
              <a:defRPr sz="1200" b="0">
                <a:solidFill>
                  <a:srgbClr val="94B6A2"/>
                </a:solidFill>
                <a:latin typeface="Arial"/>
                <a:ea typeface="Arial"/>
                <a:cs typeface="Arial"/>
              </a:defRPr>
            </a:lvl7pPr>
            <a:lvl8pPr algn="l">
              <a:defRPr sz="1200" b="0">
                <a:solidFill>
                  <a:srgbClr val="94B6A2"/>
                </a:solidFill>
                <a:latin typeface="Arial"/>
                <a:ea typeface="Arial"/>
                <a:cs typeface="Arial"/>
              </a:defRPr>
            </a:lvl8pPr>
            <a:lvl9pPr algn="l">
              <a:defRPr sz="1200" b="0">
                <a:solidFill>
                  <a:srgbClr val="94B6A2"/>
                </a:solidFill>
                <a:latin typeface="Arial"/>
                <a:ea typeface="Arial"/>
                <a:cs typeface="Arial"/>
              </a:defRPr>
            </a:lvl9pPr>
          </a:lstStyle>
          <a:p xmlns:a="http://schemas.openxmlformats.org/drawingml/2006/main">
            <a:pPr algn="l">
              <a:defRPr sz="1200" b="0">
                <a:solidFill>
                  <a:srgbClr val="94B6A2"/>
                </a:solidFill>
                <a:latin typeface="Arial"/>
                <a:ea typeface="Arial"/>
                <a:cs typeface="Arial"/>
              </a:defRPr>
            </a:pPr>
            <a:r>
              <a:rPr sz="1200" b="0">
                <a:solidFill>
                  <a:srgbClr val="94B6A2"/>
                </a:solidFill>
                <a:latin typeface="Arial"/>
                <a:ea typeface="Arial"/>
                <a:cs typeface="Arial"/>
              </a:rPr>
              <a:t>GROUP 43  /  FINAL PROJECT</a:t>
            </a:r>
          </a:p>
        </p:txBody>
      </p:sp>
      <p:sp>
        <p:nvSpPr>
          <p:cNvPr id="3" name="11">
            <a:extLst xmlns:a="http://schemas.openxmlformats.org/drawingml/2006/main">
              <a:ext uri="{FF2B5EF4-FFF2-40B4-BE49-F238E27FC236}">
                <a16:creationId xmlns:a16="http://schemas.microsoft.com/office/drawing/2014/main" id="{9A924888-8E36-491D-A02E-BDDDE68ABE75}"/>
              </a:ext>
            </a:extLst>
          </p:cNvPr>
          <p:cNvSpPr>
            <a:spLocks xmlns:a="http://schemas.openxmlformats.org/drawingml/2006/main" noGrp="1"/>
          </p:cNvSpPr>
          <p:nvPr/>
        </p:nvSpPr>
        <p:spPr>
          <a:xfrm xmlns:a="http://schemas.openxmlformats.org/drawingml/2006/main">
            <a:off x="11049000" y="63722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94B6A2"/>
                </a:solidFill>
                <a:latin typeface="Arial"/>
                <a:ea typeface="Arial"/>
                <a:cs typeface="Arial"/>
              </a:defRPr>
            </a:defPPr>
            <a:lvl1pPr algn="r">
              <a:defRPr sz="1500" b="0">
                <a:solidFill>
                  <a:srgbClr val="94B6A2"/>
                </a:solidFill>
                <a:latin typeface="Arial"/>
                <a:ea typeface="Arial"/>
                <a:cs typeface="Arial"/>
              </a:defRPr>
            </a:lvl1pPr>
            <a:lvl2pPr algn="r">
              <a:defRPr sz="1500" b="0">
                <a:solidFill>
                  <a:srgbClr val="94B6A2"/>
                </a:solidFill>
                <a:latin typeface="Arial"/>
                <a:ea typeface="Arial"/>
                <a:cs typeface="Arial"/>
              </a:defRPr>
            </a:lvl2pPr>
            <a:lvl3pPr algn="r">
              <a:defRPr sz="1500" b="0">
                <a:solidFill>
                  <a:srgbClr val="94B6A2"/>
                </a:solidFill>
                <a:latin typeface="Arial"/>
                <a:ea typeface="Arial"/>
                <a:cs typeface="Arial"/>
              </a:defRPr>
            </a:lvl3pPr>
            <a:lvl4pPr algn="r">
              <a:defRPr sz="1500" b="0">
                <a:solidFill>
                  <a:srgbClr val="94B6A2"/>
                </a:solidFill>
                <a:latin typeface="Arial"/>
                <a:ea typeface="Arial"/>
                <a:cs typeface="Arial"/>
              </a:defRPr>
            </a:lvl4pPr>
            <a:lvl5pPr algn="r">
              <a:defRPr sz="1500" b="0">
                <a:solidFill>
                  <a:srgbClr val="94B6A2"/>
                </a:solidFill>
                <a:latin typeface="Arial"/>
                <a:ea typeface="Arial"/>
                <a:cs typeface="Arial"/>
              </a:defRPr>
            </a:lvl5pPr>
            <a:lvl6pPr algn="r">
              <a:defRPr sz="1500" b="0">
                <a:solidFill>
                  <a:srgbClr val="94B6A2"/>
                </a:solidFill>
                <a:latin typeface="Arial"/>
                <a:ea typeface="Arial"/>
                <a:cs typeface="Arial"/>
              </a:defRPr>
            </a:lvl6pPr>
            <a:lvl7pPr algn="r">
              <a:defRPr sz="1500" b="0">
                <a:solidFill>
                  <a:srgbClr val="94B6A2"/>
                </a:solidFill>
                <a:latin typeface="Arial"/>
                <a:ea typeface="Arial"/>
                <a:cs typeface="Arial"/>
              </a:defRPr>
            </a:lvl7pPr>
            <a:lvl8pPr algn="r">
              <a:defRPr sz="1500" b="0">
                <a:solidFill>
                  <a:srgbClr val="94B6A2"/>
                </a:solidFill>
                <a:latin typeface="Arial"/>
                <a:ea typeface="Arial"/>
                <a:cs typeface="Arial"/>
              </a:defRPr>
            </a:lvl8pPr>
            <a:lvl9pPr algn="r">
              <a:defRPr sz="1500" b="0">
                <a:solidFill>
                  <a:srgbClr val="94B6A2"/>
                </a:solidFill>
                <a:latin typeface="Arial"/>
                <a:ea typeface="Arial"/>
                <a:cs typeface="Arial"/>
              </a:defRPr>
            </a:lvl9pPr>
          </a:lstStyle>
          <a:p xmlns:a="http://schemas.openxmlformats.org/drawingml/2006/main">
            <a:pPr algn="r">
              <a:defRPr sz="1500" b="0">
                <a:solidFill>
                  <a:srgbClr val="94B6A2"/>
                </a:solidFill>
                <a:latin typeface="Arial"/>
                <a:ea typeface="Arial"/>
                <a:cs typeface="Arial"/>
              </a:defRPr>
            </a:pPr>
            <a:r>
              <a:rPr sz="1500" b="0">
                <a:solidFill>
                  <a:srgbClr val="94B6A2"/>
                </a:solidFill>
                <a:latin typeface="Arial"/>
                <a:ea typeface="Arial"/>
                <a:cs typeface="Arial"/>
              </a:rPr>
              <a:t>11</a:t>
            </a:r>
          </a:p>
        </p:txBody>
      </p:sp>
      <p:sp>
        <p:nvSpPr>
          <p:cNvPr id="4" name="Conclusions and&#10;next evaluation">
            <a:extLst xmlns:a="http://schemas.openxmlformats.org/drawingml/2006/main">
              <a:ext uri="{FF2B5EF4-FFF2-40B4-BE49-F238E27FC236}">
                <a16:creationId xmlns:a16="http://schemas.microsoft.com/office/drawing/2014/main" id="{8061610B-12D3-4874-9E37-65F63F39F3EC}"/>
              </a:ext>
            </a:extLst>
          </p:cNvPr>
          <p:cNvSpPr>
            <a:spLocks xmlns:a="http://schemas.openxmlformats.org/drawingml/2006/main" noGrp="1"/>
          </p:cNvSpPr>
          <p:nvPr/>
        </p:nvSpPr>
        <p:spPr>
          <a:xfrm xmlns:a="http://schemas.openxmlformats.org/drawingml/2006/main">
            <a:off x="609600" y="57150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5F6F1"/>
                </a:solidFill>
                <a:latin typeface="Arial"/>
                <a:ea typeface="Arial"/>
                <a:cs typeface="Arial"/>
              </a:defRPr>
            </a:defPPr>
            <a:lvl1pPr algn="l">
              <a:defRPr sz="4050" b="1">
                <a:solidFill>
                  <a:srgbClr val="F5F6F1"/>
                </a:solidFill>
                <a:latin typeface="Arial"/>
                <a:ea typeface="Arial"/>
                <a:cs typeface="Arial"/>
              </a:defRPr>
            </a:lvl1pPr>
            <a:lvl2pPr algn="l">
              <a:defRPr sz="4050" b="1">
                <a:solidFill>
                  <a:srgbClr val="F5F6F1"/>
                </a:solidFill>
                <a:latin typeface="Arial"/>
                <a:ea typeface="Arial"/>
                <a:cs typeface="Arial"/>
              </a:defRPr>
            </a:lvl2pPr>
            <a:lvl3pPr algn="l">
              <a:defRPr sz="4050" b="1">
                <a:solidFill>
                  <a:srgbClr val="F5F6F1"/>
                </a:solidFill>
                <a:latin typeface="Arial"/>
                <a:ea typeface="Arial"/>
                <a:cs typeface="Arial"/>
              </a:defRPr>
            </a:lvl3pPr>
            <a:lvl4pPr algn="l">
              <a:defRPr sz="4050" b="1">
                <a:solidFill>
                  <a:srgbClr val="F5F6F1"/>
                </a:solidFill>
                <a:latin typeface="Arial"/>
                <a:ea typeface="Arial"/>
                <a:cs typeface="Arial"/>
              </a:defRPr>
            </a:lvl4pPr>
            <a:lvl5pPr algn="l">
              <a:defRPr sz="4050" b="1">
                <a:solidFill>
                  <a:srgbClr val="F5F6F1"/>
                </a:solidFill>
                <a:latin typeface="Arial"/>
                <a:ea typeface="Arial"/>
                <a:cs typeface="Arial"/>
              </a:defRPr>
            </a:lvl5pPr>
            <a:lvl6pPr algn="l">
              <a:defRPr sz="4050" b="1">
                <a:solidFill>
                  <a:srgbClr val="F5F6F1"/>
                </a:solidFill>
                <a:latin typeface="Arial"/>
                <a:ea typeface="Arial"/>
                <a:cs typeface="Arial"/>
              </a:defRPr>
            </a:lvl6pPr>
            <a:lvl7pPr algn="l">
              <a:defRPr sz="4050" b="1">
                <a:solidFill>
                  <a:srgbClr val="F5F6F1"/>
                </a:solidFill>
                <a:latin typeface="Arial"/>
                <a:ea typeface="Arial"/>
                <a:cs typeface="Arial"/>
              </a:defRPr>
            </a:lvl7pPr>
            <a:lvl8pPr algn="l">
              <a:defRPr sz="4050" b="1">
                <a:solidFill>
                  <a:srgbClr val="F5F6F1"/>
                </a:solidFill>
                <a:latin typeface="Arial"/>
                <a:ea typeface="Arial"/>
                <a:cs typeface="Arial"/>
              </a:defRPr>
            </a:lvl8pPr>
            <a:lvl9pPr algn="l">
              <a:defRPr sz="4050" b="1">
                <a:solidFill>
                  <a:srgbClr val="F5F6F1"/>
                </a:solidFill>
                <a:latin typeface="Arial"/>
                <a:ea typeface="Arial"/>
                <a:cs typeface="Arial"/>
              </a:defRPr>
            </a:lvl9pPr>
          </a:lstStyle>
          <a:p xmlns:a="http://schemas.openxmlformats.org/drawingml/2006/main">
            <a:pPr algn="l">
              <a:defRPr sz="4050" b="1">
                <a:solidFill>
                  <a:srgbClr val="F5F6F1"/>
                </a:solidFill>
                <a:latin typeface="Arial"/>
                <a:ea typeface="Arial"/>
                <a:cs typeface="Arial"/>
              </a:defRPr>
            </a:pPr>
            <a:r>
              <a:rPr sz="4050" b="1">
                <a:solidFill>
                  <a:srgbClr val="F5F6F1"/>
                </a:solidFill>
                <a:latin typeface="Arial"/>
                <a:ea typeface="Arial"/>
                <a:cs typeface="Arial"/>
              </a:rPr>
              <a:t>Conclusions and</a:t>
            </a:r>
          </a:p>
          <a:p xmlns:a="http://schemas.openxmlformats.org/drawingml/2006/main">
            <a:pPr algn="l">
              <a:defRPr sz="4050" b="1">
                <a:solidFill>
                  <a:srgbClr val="F5F6F1"/>
                </a:solidFill>
                <a:latin typeface="Arial"/>
                <a:ea typeface="Arial"/>
                <a:cs typeface="Arial"/>
              </a:defRPr>
            </a:pPr>
            <a:r>
              <a:rPr sz="4050" b="1">
                <a:solidFill>
                  <a:srgbClr val="F5F6F1"/>
                </a:solidFill>
                <a:latin typeface="Arial"/>
                <a:ea typeface="Arial"/>
                <a:cs typeface="Arial"/>
              </a:rPr>
              <a:t>next evaluation</a:t>
            </a:r>
          </a:p>
        </p:txBody>
      </p:sp>
      <p:sp>
        <p:nvSpPr>
          <p:cNvPr id="5" name="Delivered">
            <a:extLst xmlns:a="http://schemas.openxmlformats.org/drawingml/2006/main">
              <a:ext uri="{FF2B5EF4-FFF2-40B4-BE49-F238E27FC236}">
                <a16:creationId xmlns:a16="http://schemas.microsoft.com/office/drawing/2014/main" id="{B882FCE2-5E54-4CEF-B2AB-57DAF0364071}"/>
              </a:ext>
            </a:extLst>
          </p:cNvPr>
          <p:cNvSpPr>
            <a:spLocks xmlns:a="http://schemas.openxmlformats.org/drawingml/2006/main" noGrp="1"/>
          </p:cNvSpPr>
          <p:nvPr/>
        </p:nvSpPr>
        <p:spPr>
          <a:xfrm xmlns:a="http://schemas.openxmlformats.org/drawingml/2006/main">
            <a:off x="609600" y="2486025"/>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94B6A2"/>
                </a:solidFill>
                <a:latin typeface="Arial"/>
                <a:ea typeface="Arial"/>
                <a:cs typeface="Arial"/>
              </a:defRPr>
            </a:defPPr>
            <a:lvl1pPr algn="l">
              <a:defRPr sz="2325" b="1">
                <a:solidFill>
                  <a:srgbClr val="94B6A2"/>
                </a:solidFill>
                <a:latin typeface="Arial"/>
                <a:ea typeface="Arial"/>
                <a:cs typeface="Arial"/>
              </a:defRPr>
            </a:lvl1pPr>
            <a:lvl2pPr algn="l">
              <a:defRPr sz="2325" b="1">
                <a:solidFill>
                  <a:srgbClr val="94B6A2"/>
                </a:solidFill>
                <a:latin typeface="Arial"/>
                <a:ea typeface="Arial"/>
                <a:cs typeface="Arial"/>
              </a:defRPr>
            </a:lvl2pPr>
            <a:lvl3pPr algn="l">
              <a:defRPr sz="2325" b="1">
                <a:solidFill>
                  <a:srgbClr val="94B6A2"/>
                </a:solidFill>
                <a:latin typeface="Arial"/>
                <a:ea typeface="Arial"/>
                <a:cs typeface="Arial"/>
              </a:defRPr>
            </a:lvl3pPr>
            <a:lvl4pPr algn="l">
              <a:defRPr sz="2325" b="1">
                <a:solidFill>
                  <a:srgbClr val="94B6A2"/>
                </a:solidFill>
                <a:latin typeface="Arial"/>
                <a:ea typeface="Arial"/>
                <a:cs typeface="Arial"/>
              </a:defRPr>
            </a:lvl4pPr>
            <a:lvl5pPr algn="l">
              <a:defRPr sz="2325" b="1">
                <a:solidFill>
                  <a:srgbClr val="94B6A2"/>
                </a:solidFill>
                <a:latin typeface="Arial"/>
                <a:ea typeface="Arial"/>
                <a:cs typeface="Arial"/>
              </a:defRPr>
            </a:lvl5pPr>
            <a:lvl6pPr algn="l">
              <a:defRPr sz="2325" b="1">
                <a:solidFill>
                  <a:srgbClr val="94B6A2"/>
                </a:solidFill>
                <a:latin typeface="Arial"/>
                <a:ea typeface="Arial"/>
                <a:cs typeface="Arial"/>
              </a:defRPr>
            </a:lvl6pPr>
            <a:lvl7pPr algn="l">
              <a:defRPr sz="2325" b="1">
                <a:solidFill>
                  <a:srgbClr val="94B6A2"/>
                </a:solidFill>
                <a:latin typeface="Arial"/>
                <a:ea typeface="Arial"/>
                <a:cs typeface="Arial"/>
              </a:defRPr>
            </a:lvl7pPr>
            <a:lvl8pPr algn="l">
              <a:defRPr sz="2325" b="1">
                <a:solidFill>
                  <a:srgbClr val="94B6A2"/>
                </a:solidFill>
                <a:latin typeface="Arial"/>
                <a:ea typeface="Arial"/>
                <a:cs typeface="Arial"/>
              </a:defRPr>
            </a:lvl8pPr>
            <a:lvl9pPr algn="l">
              <a:defRPr sz="2325" b="1">
                <a:solidFill>
                  <a:srgbClr val="94B6A2"/>
                </a:solidFill>
                <a:latin typeface="Arial"/>
                <a:ea typeface="Arial"/>
                <a:cs typeface="Arial"/>
              </a:defRPr>
            </a:lvl9pPr>
          </a:lstStyle>
          <a:p xmlns:a="http://schemas.openxmlformats.org/drawingml/2006/main">
            <a:pPr algn="l">
              <a:defRPr sz="2325" b="1">
                <a:solidFill>
                  <a:srgbClr val="94B6A2"/>
                </a:solidFill>
                <a:latin typeface="Arial"/>
                <a:ea typeface="Arial"/>
                <a:cs typeface="Arial"/>
              </a:defRPr>
            </a:pPr>
            <a:r>
              <a:rPr sz="2325" b="1">
                <a:solidFill>
                  <a:srgbClr val="94B6A2"/>
                </a:solidFill>
                <a:latin typeface="Arial"/>
                <a:ea typeface="Arial"/>
                <a:cs typeface="Arial"/>
              </a:rPr>
              <a:t>Delivered</a:t>
            </a:r>
          </a:p>
        </p:txBody>
      </p:sp>
      <p:sp>
        <p:nvSpPr>
          <p:cNvPr id="6" name="A working local camera system&#10;Four model comparisons&#10;10/10 f">
            <a:extLst xmlns:a="http://schemas.openxmlformats.org/drawingml/2006/main">
              <a:ext uri="{FF2B5EF4-FFF2-40B4-BE49-F238E27FC236}">
                <a16:creationId xmlns:a16="http://schemas.microsoft.com/office/drawing/2014/main" id="{812F5B8F-679C-4055-BB6A-F76936520BF2}"/>
              </a:ext>
            </a:extLst>
          </p:cNvPr>
          <p:cNvSpPr>
            <a:spLocks xmlns:a="http://schemas.openxmlformats.org/drawingml/2006/main" noGrp="1"/>
          </p:cNvSpPr>
          <p:nvPr/>
        </p:nvSpPr>
        <p:spPr>
          <a:xfrm xmlns:a="http://schemas.openxmlformats.org/drawingml/2006/main">
            <a:off x="609600" y="3171825"/>
            <a:ext cx="5143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5F6F1"/>
                </a:solidFill>
                <a:latin typeface="Arial"/>
                <a:ea typeface="Arial"/>
                <a:cs typeface="Arial"/>
              </a:defRPr>
            </a:defPPr>
            <a:lvl1pPr algn="l">
              <a:defRPr sz="2325" b="0">
                <a:solidFill>
                  <a:srgbClr val="F5F6F1"/>
                </a:solidFill>
                <a:latin typeface="Arial"/>
                <a:ea typeface="Arial"/>
                <a:cs typeface="Arial"/>
              </a:defRPr>
            </a:lvl1pPr>
            <a:lvl2pPr algn="l">
              <a:defRPr sz="2325" b="0">
                <a:solidFill>
                  <a:srgbClr val="F5F6F1"/>
                </a:solidFill>
                <a:latin typeface="Arial"/>
                <a:ea typeface="Arial"/>
                <a:cs typeface="Arial"/>
              </a:defRPr>
            </a:lvl2pPr>
            <a:lvl3pPr algn="l">
              <a:defRPr sz="2325" b="0">
                <a:solidFill>
                  <a:srgbClr val="F5F6F1"/>
                </a:solidFill>
                <a:latin typeface="Arial"/>
                <a:ea typeface="Arial"/>
                <a:cs typeface="Arial"/>
              </a:defRPr>
            </a:lvl3pPr>
            <a:lvl4pPr algn="l">
              <a:defRPr sz="2325" b="0">
                <a:solidFill>
                  <a:srgbClr val="F5F6F1"/>
                </a:solidFill>
                <a:latin typeface="Arial"/>
                <a:ea typeface="Arial"/>
                <a:cs typeface="Arial"/>
              </a:defRPr>
            </a:lvl4pPr>
            <a:lvl5pPr algn="l">
              <a:defRPr sz="2325" b="0">
                <a:solidFill>
                  <a:srgbClr val="F5F6F1"/>
                </a:solidFill>
                <a:latin typeface="Arial"/>
                <a:ea typeface="Arial"/>
                <a:cs typeface="Arial"/>
              </a:defRPr>
            </a:lvl5pPr>
            <a:lvl6pPr algn="l">
              <a:defRPr sz="2325" b="0">
                <a:solidFill>
                  <a:srgbClr val="F5F6F1"/>
                </a:solidFill>
                <a:latin typeface="Arial"/>
                <a:ea typeface="Arial"/>
                <a:cs typeface="Arial"/>
              </a:defRPr>
            </a:lvl6pPr>
            <a:lvl7pPr algn="l">
              <a:defRPr sz="2325" b="0">
                <a:solidFill>
                  <a:srgbClr val="F5F6F1"/>
                </a:solidFill>
                <a:latin typeface="Arial"/>
                <a:ea typeface="Arial"/>
                <a:cs typeface="Arial"/>
              </a:defRPr>
            </a:lvl7pPr>
            <a:lvl8pPr algn="l">
              <a:defRPr sz="2325" b="0">
                <a:solidFill>
                  <a:srgbClr val="F5F6F1"/>
                </a:solidFill>
                <a:latin typeface="Arial"/>
                <a:ea typeface="Arial"/>
                <a:cs typeface="Arial"/>
              </a:defRPr>
            </a:lvl8pPr>
            <a:lvl9pPr algn="l">
              <a:defRPr sz="2325" b="0">
                <a:solidFill>
                  <a:srgbClr val="F5F6F1"/>
                </a:solidFill>
                <a:latin typeface="Arial"/>
                <a:ea typeface="Arial"/>
                <a:cs typeface="Arial"/>
              </a:defRPr>
            </a:lvl9pPr>
          </a:lstStyle>
          <a:p xmlns:a="http://schemas.openxmlformats.org/drawingml/2006/main">
            <a:pPr algn="l">
              <a:defRPr sz="2325" b="0">
                <a:solidFill>
                  <a:srgbClr val="F5F6F1"/>
                </a:solidFill>
                <a:latin typeface="Arial"/>
                <a:ea typeface="Arial"/>
                <a:cs typeface="Arial"/>
              </a:defRPr>
            </a:pPr>
            <a:r>
              <a:rPr sz="2325" b="0">
                <a:solidFill>
                  <a:srgbClr val="F5F6F1"/>
                </a:solidFill>
                <a:latin typeface="Arial"/>
                <a:ea typeface="Arial"/>
                <a:cs typeface="Arial"/>
              </a:rPr>
              <a:t>A working local camera system</a:t>
            </a:r>
          </a:p>
          <a:p xmlns:a="http://schemas.openxmlformats.org/drawingml/2006/main">
            <a:pPr algn="l">
              <a:defRPr sz="2325" b="0">
                <a:solidFill>
                  <a:srgbClr val="F5F6F1"/>
                </a:solidFill>
                <a:latin typeface="Arial"/>
                <a:ea typeface="Arial"/>
                <a:cs typeface="Arial"/>
              </a:defRPr>
            </a:pPr>
            <a:r>
              <a:rPr sz="2325" b="0">
                <a:solidFill>
                  <a:srgbClr val="F5F6F1"/>
                </a:solidFill>
                <a:latin typeface="Arial"/>
                <a:ea typeface="Arial"/>
                <a:cs typeface="Arial"/>
              </a:rPr>
              <a:t>Four model comparisons</a:t>
            </a:r>
          </a:p>
          <a:p xmlns:a="http://schemas.openxmlformats.org/drawingml/2006/main">
            <a:pPr algn="l">
              <a:defRPr sz="2325" b="0">
                <a:solidFill>
                  <a:srgbClr val="F5F6F1"/>
                </a:solidFill>
                <a:latin typeface="Arial"/>
                <a:ea typeface="Arial"/>
                <a:cs typeface="Arial"/>
              </a:defRPr>
            </a:pPr>
            <a:r>
              <a:rPr sz="2325" b="0">
                <a:solidFill>
                  <a:srgbClr val="F5F6F1"/>
                </a:solidFill>
                <a:latin typeface="Arial"/>
                <a:ea typeface="Arial"/>
                <a:cs typeface="Arial"/>
              </a:rPr>
              <a:t>10/10 final reference chains</a:t>
            </a:r>
          </a:p>
        </p:txBody>
      </p:sp>
      <p:sp>
        <p:nvSpPr>
          <p:cNvPr id="7" name="Next evidence">
            <a:extLst xmlns:a="http://schemas.openxmlformats.org/drawingml/2006/main">
              <a:ext uri="{FF2B5EF4-FFF2-40B4-BE49-F238E27FC236}">
                <a16:creationId xmlns:a16="http://schemas.microsoft.com/office/drawing/2014/main" id="{9124491D-8ADD-4D9E-9BA8-00B54D0B56BE}"/>
              </a:ext>
            </a:extLst>
          </p:cNvPr>
          <p:cNvSpPr>
            <a:spLocks xmlns:a="http://schemas.openxmlformats.org/drawingml/2006/main" noGrp="1"/>
          </p:cNvSpPr>
          <p:nvPr/>
        </p:nvSpPr>
        <p:spPr>
          <a:xfrm xmlns:a="http://schemas.openxmlformats.org/drawingml/2006/main">
            <a:off x="6924675" y="24860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94B6A2"/>
                </a:solidFill>
                <a:latin typeface="Arial"/>
                <a:ea typeface="Arial"/>
                <a:cs typeface="Arial"/>
              </a:defRPr>
            </a:defPPr>
            <a:lvl1pPr algn="l">
              <a:defRPr sz="2325" b="1">
                <a:solidFill>
                  <a:srgbClr val="94B6A2"/>
                </a:solidFill>
                <a:latin typeface="Arial"/>
                <a:ea typeface="Arial"/>
                <a:cs typeface="Arial"/>
              </a:defRPr>
            </a:lvl1pPr>
            <a:lvl2pPr algn="l">
              <a:defRPr sz="2325" b="1">
                <a:solidFill>
                  <a:srgbClr val="94B6A2"/>
                </a:solidFill>
                <a:latin typeface="Arial"/>
                <a:ea typeface="Arial"/>
                <a:cs typeface="Arial"/>
              </a:defRPr>
            </a:lvl2pPr>
            <a:lvl3pPr algn="l">
              <a:defRPr sz="2325" b="1">
                <a:solidFill>
                  <a:srgbClr val="94B6A2"/>
                </a:solidFill>
                <a:latin typeface="Arial"/>
                <a:ea typeface="Arial"/>
                <a:cs typeface="Arial"/>
              </a:defRPr>
            </a:lvl3pPr>
            <a:lvl4pPr algn="l">
              <a:defRPr sz="2325" b="1">
                <a:solidFill>
                  <a:srgbClr val="94B6A2"/>
                </a:solidFill>
                <a:latin typeface="Arial"/>
                <a:ea typeface="Arial"/>
                <a:cs typeface="Arial"/>
              </a:defRPr>
            </a:lvl4pPr>
            <a:lvl5pPr algn="l">
              <a:defRPr sz="2325" b="1">
                <a:solidFill>
                  <a:srgbClr val="94B6A2"/>
                </a:solidFill>
                <a:latin typeface="Arial"/>
                <a:ea typeface="Arial"/>
                <a:cs typeface="Arial"/>
              </a:defRPr>
            </a:lvl5pPr>
            <a:lvl6pPr algn="l">
              <a:defRPr sz="2325" b="1">
                <a:solidFill>
                  <a:srgbClr val="94B6A2"/>
                </a:solidFill>
                <a:latin typeface="Arial"/>
                <a:ea typeface="Arial"/>
                <a:cs typeface="Arial"/>
              </a:defRPr>
            </a:lvl6pPr>
            <a:lvl7pPr algn="l">
              <a:defRPr sz="2325" b="1">
                <a:solidFill>
                  <a:srgbClr val="94B6A2"/>
                </a:solidFill>
                <a:latin typeface="Arial"/>
                <a:ea typeface="Arial"/>
                <a:cs typeface="Arial"/>
              </a:defRPr>
            </a:lvl7pPr>
            <a:lvl8pPr algn="l">
              <a:defRPr sz="2325" b="1">
                <a:solidFill>
                  <a:srgbClr val="94B6A2"/>
                </a:solidFill>
                <a:latin typeface="Arial"/>
                <a:ea typeface="Arial"/>
                <a:cs typeface="Arial"/>
              </a:defRPr>
            </a:lvl8pPr>
            <a:lvl9pPr algn="l">
              <a:defRPr sz="2325" b="1">
                <a:solidFill>
                  <a:srgbClr val="94B6A2"/>
                </a:solidFill>
                <a:latin typeface="Arial"/>
                <a:ea typeface="Arial"/>
                <a:cs typeface="Arial"/>
              </a:defRPr>
            </a:lvl9pPr>
          </a:lstStyle>
          <a:p xmlns:a="http://schemas.openxmlformats.org/drawingml/2006/main">
            <a:pPr algn="l">
              <a:defRPr sz="2325" b="1">
                <a:solidFill>
                  <a:srgbClr val="94B6A2"/>
                </a:solidFill>
                <a:latin typeface="Arial"/>
                <a:ea typeface="Arial"/>
                <a:cs typeface="Arial"/>
              </a:defRPr>
            </a:pPr>
            <a:r>
              <a:rPr sz="2325" b="1">
                <a:solidFill>
                  <a:srgbClr val="94B6A2"/>
                </a:solidFill>
                <a:latin typeface="Arial"/>
                <a:ea typeface="Arial"/>
                <a:cs typeface="Arial"/>
              </a:rPr>
              <a:t>Next evidence</a:t>
            </a:r>
          </a:p>
        </p:txBody>
      </p:sp>
      <p:sp>
        <p:nvSpPr>
          <p:cNvPr id="8" name="New people and camera views&#10;Frozen labels and settings&#10;Susta">
            <a:extLst xmlns:a="http://schemas.openxmlformats.org/drawingml/2006/main">
              <a:ext uri="{FF2B5EF4-FFF2-40B4-BE49-F238E27FC236}">
                <a16:creationId xmlns:a16="http://schemas.microsoft.com/office/drawing/2014/main" id="{8B1FC80C-AD01-46FF-9BF9-F88E65535C86}"/>
              </a:ext>
            </a:extLst>
          </p:cNvPr>
          <p:cNvSpPr>
            <a:spLocks xmlns:a="http://schemas.openxmlformats.org/drawingml/2006/main" noGrp="1"/>
          </p:cNvSpPr>
          <p:nvPr/>
        </p:nvSpPr>
        <p:spPr>
          <a:xfrm xmlns:a="http://schemas.openxmlformats.org/drawingml/2006/main">
            <a:off x="6924675" y="3171825"/>
            <a:ext cx="4572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F6F1"/>
                </a:solidFill>
                <a:latin typeface="Arial"/>
                <a:ea typeface="Arial"/>
                <a:cs typeface="Arial"/>
              </a:defRPr>
            </a:defPPr>
            <a:lvl1pPr algn="l">
              <a:defRPr sz="2175" b="0">
                <a:solidFill>
                  <a:srgbClr val="F5F6F1"/>
                </a:solidFill>
                <a:latin typeface="Arial"/>
                <a:ea typeface="Arial"/>
                <a:cs typeface="Arial"/>
              </a:defRPr>
            </a:lvl1pPr>
            <a:lvl2pPr algn="l">
              <a:defRPr sz="2175" b="0">
                <a:solidFill>
                  <a:srgbClr val="F5F6F1"/>
                </a:solidFill>
                <a:latin typeface="Arial"/>
                <a:ea typeface="Arial"/>
                <a:cs typeface="Arial"/>
              </a:defRPr>
            </a:lvl2pPr>
            <a:lvl3pPr algn="l">
              <a:defRPr sz="2175" b="0">
                <a:solidFill>
                  <a:srgbClr val="F5F6F1"/>
                </a:solidFill>
                <a:latin typeface="Arial"/>
                <a:ea typeface="Arial"/>
                <a:cs typeface="Arial"/>
              </a:defRPr>
            </a:lvl3pPr>
            <a:lvl4pPr algn="l">
              <a:defRPr sz="2175" b="0">
                <a:solidFill>
                  <a:srgbClr val="F5F6F1"/>
                </a:solidFill>
                <a:latin typeface="Arial"/>
                <a:ea typeface="Arial"/>
                <a:cs typeface="Arial"/>
              </a:defRPr>
            </a:lvl4pPr>
            <a:lvl5pPr algn="l">
              <a:defRPr sz="2175" b="0">
                <a:solidFill>
                  <a:srgbClr val="F5F6F1"/>
                </a:solidFill>
                <a:latin typeface="Arial"/>
                <a:ea typeface="Arial"/>
                <a:cs typeface="Arial"/>
              </a:defRPr>
            </a:lvl5pPr>
            <a:lvl6pPr algn="l">
              <a:defRPr sz="2175" b="0">
                <a:solidFill>
                  <a:srgbClr val="F5F6F1"/>
                </a:solidFill>
                <a:latin typeface="Arial"/>
                <a:ea typeface="Arial"/>
                <a:cs typeface="Arial"/>
              </a:defRPr>
            </a:lvl6pPr>
            <a:lvl7pPr algn="l">
              <a:defRPr sz="2175" b="0">
                <a:solidFill>
                  <a:srgbClr val="F5F6F1"/>
                </a:solidFill>
                <a:latin typeface="Arial"/>
                <a:ea typeface="Arial"/>
                <a:cs typeface="Arial"/>
              </a:defRPr>
            </a:lvl7pPr>
            <a:lvl8pPr algn="l">
              <a:defRPr sz="2175" b="0">
                <a:solidFill>
                  <a:srgbClr val="F5F6F1"/>
                </a:solidFill>
                <a:latin typeface="Arial"/>
                <a:ea typeface="Arial"/>
                <a:cs typeface="Arial"/>
              </a:defRPr>
            </a:lvl8pPr>
            <a:lvl9pPr algn="l">
              <a:defRPr sz="2175" b="0">
                <a:solidFill>
                  <a:srgbClr val="F5F6F1"/>
                </a:solidFill>
                <a:latin typeface="Arial"/>
                <a:ea typeface="Arial"/>
                <a:cs typeface="Arial"/>
              </a:defRPr>
            </a:lvl9pPr>
          </a:lstStyle>
          <a:p xmlns:a="http://schemas.openxmlformats.org/drawingml/2006/main">
            <a:pPr algn="l">
              <a:defRPr sz="2175" b="0">
                <a:solidFill>
                  <a:srgbClr val="F5F6F1"/>
                </a:solidFill>
                <a:latin typeface="Arial"/>
                <a:ea typeface="Arial"/>
                <a:cs typeface="Arial"/>
              </a:defRPr>
            </a:pPr>
            <a:r>
              <a:rPr sz="2175" b="0">
                <a:solidFill>
                  <a:srgbClr val="F5F6F1"/>
                </a:solidFill>
                <a:latin typeface="Arial"/>
                <a:ea typeface="Arial"/>
                <a:cs typeface="Arial"/>
              </a:rPr>
              <a:t>New people and camera views</a:t>
            </a:r>
          </a:p>
          <a:p xmlns:a="http://schemas.openxmlformats.org/drawingml/2006/main">
            <a:pPr algn="l">
              <a:defRPr sz="2175" b="0">
                <a:solidFill>
                  <a:srgbClr val="F5F6F1"/>
                </a:solidFill>
                <a:latin typeface="Arial"/>
                <a:ea typeface="Arial"/>
                <a:cs typeface="Arial"/>
              </a:defRPr>
            </a:pPr>
            <a:r>
              <a:rPr sz="2175" b="0">
                <a:solidFill>
                  <a:srgbClr val="F5F6F1"/>
                </a:solidFill>
                <a:latin typeface="Arial"/>
                <a:ea typeface="Arial"/>
                <a:cs typeface="Arial"/>
              </a:rPr>
              <a:t>Frozen labels and settings</a:t>
            </a:r>
          </a:p>
          <a:p xmlns:a="http://schemas.openxmlformats.org/drawingml/2006/main">
            <a:pPr algn="l">
              <a:defRPr sz="2175" b="0">
                <a:solidFill>
                  <a:srgbClr val="F5F6F1"/>
                </a:solidFill>
                <a:latin typeface="Arial"/>
                <a:ea typeface="Arial"/>
                <a:cs typeface="Arial"/>
              </a:defRPr>
            </a:pPr>
            <a:r>
              <a:rPr sz="2175" b="0">
                <a:solidFill>
                  <a:srgbClr val="F5F6F1"/>
                </a:solidFill>
                <a:latin typeface="Arial"/>
                <a:ea typeface="Arial"/>
                <a:cs typeface="Arial"/>
              </a:rPr>
              <a:t>Sustained hardware measurements</a:t>
            </a:r>
          </a:p>
        </p:txBody>
      </p:sp>
      <p:sp>
        <p:nvSpPr>
          <p:cNvPr id="9" name="Current evidence: retrospective internal validation in the r">
            <a:extLst xmlns:a="http://schemas.openxmlformats.org/drawingml/2006/main">
              <a:ext uri="{FF2B5EF4-FFF2-40B4-BE49-F238E27FC236}">
                <a16:creationId xmlns:a16="http://schemas.microsoft.com/office/drawing/2014/main" id="{24714270-85B8-4738-9E71-F6EE8A66FD99}"/>
              </a:ext>
            </a:extLst>
          </p:cNvPr>
          <p:cNvSpPr>
            <a:spLocks xmlns:a="http://schemas.openxmlformats.org/drawingml/2006/main" noGrp="1"/>
          </p:cNvSpPr>
          <p:nvPr/>
        </p:nvSpPr>
        <p:spPr>
          <a:xfrm xmlns:a="http://schemas.openxmlformats.org/drawingml/2006/main">
            <a:off x="609600" y="54102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FE8DE"/>
                </a:solidFill>
                <a:latin typeface="Arial"/>
                <a:ea typeface="Arial"/>
                <a:cs typeface="Arial"/>
              </a:defRPr>
            </a:defPPr>
            <a:lvl1pPr algn="l">
              <a:defRPr sz="1800" b="0">
                <a:solidFill>
                  <a:srgbClr val="DFE8DE"/>
                </a:solidFill>
                <a:latin typeface="Arial"/>
                <a:ea typeface="Arial"/>
                <a:cs typeface="Arial"/>
              </a:defRPr>
            </a:lvl1pPr>
            <a:lvl2pPr algn="l">
              <a:defRPr sz="1800" b="0">
                <a:solidFill>
                  <a:srgbClr val="DFE8DE"/>
                </a:solidFill>
                <a:latin typeface="Arial"/>
                <a:ea typeface="Arial"/>
                <a:cs typeface="Arial"/>
              </a:defRPr>
            </a:lvl2pPr>
            <a:lvl3pPr algn="l">
              <a:defRPr sz="1800" b="0">
                <a:solidFill>
                  <a:srgbClr val="DFE8DE"/>
                </a:solidFill>
                <a:latin typeface="Arial"/>
                <a:ea typeface="Arial"/>
                <a:cs typeface="Arial"/>
              </a:defRPr>
            </a:lvl3pPr>
            <a:lvl4pPr algn="l">
              <a:defRPr sz="1800" b="0">
                <a:solidFill>
                  <a:srgbClr val="DFE8DE"/>
                </a:solidFill>
                <a:latin typeface="Arial"/>
                <a:ea typeface="Arial"/>
                <a:cs typeface="Arial"/>
              </a:defRPr>
            </a:lvl4pPr>
            <a:lvl5pPr algn="l">
              <a:defRPr sz="1800" b="0">
                <a:solidFill>
                  <a:srgbClr val="DFE8DE"/>
                </a:solidFill>
                <a:latin typeface="Arial"/>
                <a:ea typeface="Arial"/>
                <a:cs typeface="Arial"/>
              </a:defRPr>
            </a:lvl5pPr>
            <a:lvl6pPr algn="l">
              <a:defRPr sz="1800" b="0">
                <a:solidFill>
                  <a:srgbClr val="DFE8DE"/>
                </a:solidFill>
                <a:latin typeface="Arial"/>
                <a:ea typeface="Arial"/>
                <a:cs typeface="Arial"/>
              </a:defRPr>
            </a:lvl6pPr>
            <a:lvl7pPr algn="l">
              <a:defRPr sz="1800" b="0">
                <a:solidFill>
                  <a:srgbClr val="DFE8DE"/>
                </a:solidFill>
                <a:latin typeface="Arial"/>
                <a:ea typeface="Arial"/>
                <a:cs typeface="Arial"/>
              </a:defRPr>
            </a:lvl7pPr>
            <a:lvl8pPr algn="l">
              <a:defRPr sz="1800" b="0">
                <a:solidFill>
                  <a:srgbClr val="DFE8DE"/>
                </a:solidFill>
                <a:latin typeface="Arial"/>
                <a:ea typeface="Arial"/>
                <a:cs typeface="Arial"/>
              </a:defRPr>
            </a:lvl8pPr>
            <a:lvl9pPr algn="l">
              <a:defRPr sz="1800" b="0">
                <a:solidFill>
                  <a:srgbClr val="DFE8DE"/>
                </a:solidFill>
                <a:latin typeface="Arial"/>
                <a:ea typeface="Arial"/>
                <a:cs typeface="Arial"/>
              </a:defRPr>
            </a:lvl9pPr>
          </a:lstStyle>
          <a:p xmlns:a="http://schemas.openxmlformats.org/drawingml/2006/main">
            <a:pPr algn="l">
              <a:defRPr sz="1800" b="0">
                <a:solidFill>
                  <a:srgbClr val="DFE8DE"/>
                </a:solidFill>
                <a:latin typeface="Arial"/>
                <a:ea typeface="Arial"/>
                <a:cs typeface="Arial"/>
              </a:defRPr>
            </a:pPr>
            <a:r>
              <a:rPr sz="1800" b="0">
                <a:solidFill>
                  <a:srgbClr val="DFE8DE"/>
                </a:solidFill>
                <a:latin typeface="Arial"/>
                <a:ea typeface="Arial"/>
                <a:cs typeface="Arial"/>
              </a:rPr>
              <a:t>Current evidence: retrospective internal validation in the reviewed scene</a:t>
            </a:r>
          </a:p>
        </p:txBody>
      </p:sp>
    </p:spTree>
    <p:extLst>
      <p:ext uri="{BB962C8B-B14F-4D97-AF65-F5344CB8AC3E}">
        <p14:creationId xmlns:p14="http://schemas.microsoft.com/office/powerpoint/2010/main" val="17660431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2026-10-24T10:00:54.2910000Z</dcterms:created>
  <dcterms:modified xsi:type="dcterms:W3CDTF">2026-10-24T10:00:54.2910000Z</dcterms:modified>
</coreProperties>
</file>